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9" r:id="rId13"/>
    <p:sldId id="270" r:id="rId14"/>
    <p:sldId id="271" r:id="rId15"/>
    <p:sldId id="273" r:id="rId16"/>
    <p:sldId id="274" r:id="rId17"/>
    <p:sldId id="275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90" r:id="rId29"/>
    <p:sldId id="291" r:id="rId30"/>
    <p:sldId id="292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304" r:id="rId4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33" d="100"/>
          <a:sy n="33" d="100"/>
        </p:scale>
        <p:origin x="1954" y="8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rishan murari" userId="0233c22d7614ece6" providerId="LiveId" clId="{18B82C6D-E21C-40CA-B425-481132A8A934}"/>
    <pc:docChg chg="undo redo custSel addSld delSld modSld">
      <pc:chgData name="krishan murari" userId="0233c22d7614ece6" providerId="LiveId" clId="{18B82C6D-E21C-40CA-B425-481132A8A934}" dt="2024-02-20T01:07:12.843" v="1476" actId="478"/>
      <pc:docMkLst>
        <pc:docMk/>
      </pc:docMkLst>
      <pc:sldChg chg="delSp modSp mod">
        <pc:chgData name="krishan murari" userId="0233c22d7614ece6" providerId="LiveId" clId="{18B82C6D-E21C-40CA-B425-481132A8A934}" dt="2024-02-19T23:58:12.731" v="7"/>
        <pc:sldMkLst>
          <pc:docMk/>
          <pc:sldMk cId="0" sldId="256"/>
        </pc:sldMkLst>
        <pc:spChg chg="del mod">
          <ac:chgData name="krishan murari" userId="0233c22d7614ece6" providerId="LiveId" clId="{18B82C6D-E21C-40CA-B425-481132A8A934}" dt="2024-02-19T23:58:12.731" v="7"/>
          <ac:spMkLst>
            <pc:docMk/>
            <pc:sldMk cId="0" sldId="256"/>
            <ac:spMk id="9" creationId="{00000000-0000-0000-0000-000000000000}"/>
          </ac:spMkLst>
        </pc:spChg>
        <pc:spChg chg="del">
          <ac:chgData name="krishan murari" userId="0233c22d7614ece6" providerId="LiveId" clId="{18B82C6D-E21C-40CA-B425-481132A8A934}" dt="2024-02-19T23:58:12.726" v="5" actId="478"/>
          <ac:spMkLst>
            <pc:docMk/>
            <pc:sldMk cId="0" sldId="256"/>
            <ac:spMk id="10" creationId="{00000000-0000-0000-0000-000000000000}"/>
          </ac:spMkLst>
        </pc:spChg>
      </pc:sldChg>
      <pc:sldChg chg="del">
        <pc:chgData name="krishan murari" userId="0233c22d7614ece6" providerId="LiveId" clId="{18B82C6D-E21C-40CA-B425-481132A8A934}" dt="2024-02-19T23:57:30.901" v="0" actId="47"/>
        <pc:sldMkLst>
          <pc:docMk/>
          <pc:sldMk cId="0" sldId="257"/>
        </pc:sldMkLst>
      </pc:sldChg>
      <pc:sldChg chg="delSp modSp mod">
        <pc:chgData name="krishan murari" userId="0233c22d7614ece6" providerId="LiveId" clId="{18B82C6D-E21C-40CA-B425-481132A8A934}" dt="2024-02-20T01:07:12.843" v="1476" actId="478"/>
        <pc:sldMkLst>
          <pc:docMk/>
          <pc:sldMk cId="0" sldId="258"/>
        </pc:sldMkLst>
        <pc:spChg chg="mod">
          <ac:chgData name="krishan murari" userId="0233c22d7614ece6" providerId="LiveId" clId="{18B82C6D-E21C-40CA-B425-481132A8A934}" dt="2024-02-20T01:07:06.442" v="1474" actId="255"/>
          <ac:spMkLst>
            <pc:docMk/>
            <pc:sldMk cId="0" sldId="258"/>
            <ac:spMk id="2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1:07:12.843" v="1476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7:06.442" v="1474" actId="255"/>
          <ac:spMkLst>
            <pc:docMk/>
            <pc:sldMk cId="0" sldId="258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7:10.349" v="1475" actId="1076"/>
          <ac:spMkLst>
            <pc:docMk/>
            <pc:sldMk cId="0" sldId="258"/>
            <ac:spMk id="5" creationId="{00000000-0000-0000-0000-000000000000}"/>
          </ac:spMkLst>
        </pc:spChg>
      </pc:sldChg>
      <pc:sldChg chg="delSp modSp mod">
        <pc:chgData name="krishan murari" userId="0233c22d7614ece6" providerId="LiveId" clId="{18B82C6D-E21C-40CA-B425-481132A8A934}" dt="2024-02-20T01:06:55.080" v="1473" actId="14100"/>
        <pc:sldMkLst>
          <pc:docMk/>
          <pc:sldMk cId="0" sldId="259"/>
        </pc:sldMkLst>
        <pc:spChg chg="mod">
          <ac:chgData name="krishan murari" userId="0233c22d7614ece6" providerId="LiveId" clId="{18B82C6D-E21C-40CA-B425-481132A8A934}" dt="2024-02-20T01:06:02.801" v="1460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6:00.162" v="1459" actId="255"/>
          <ac:spMkLst>
            <pc:docMk/>
            <pc:sldMk cId="0" sldId="259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6:10.482" v="1462" actId="1076"/>
          <ac:spMkLst>
            <pc:docMk/>
            <pc:sldMk cId="0" sldId="259"/>
            <ac:spMk id="6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6:55.080" v="1473" actId="14100"/>
          <ac:spMkLst>
            <pc:docMk/>
            <pc:sldMk cId="0" sldId="259"/>
            <ac:spMk id="7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6:50.990" v="1472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6:33.162" v="1468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6:29.962" v="1467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6:00.162" v="1459" actId="255"/>
          <ac:spMkLst>
            <pc:docMk/>
            <pc:sldMk cId="0" sldId="259"/>
            <ac:spMk id="1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6:00.162" v="1459" actId="25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6:02.801" v="1460" actId="1410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6:02.801" v="1460" actId="14100"/>
          <ac:spMkLst>
            <pc:docMk/>
            <pc:sldMk cId="0" sldId="259"/>
            <ac:spMk id="18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19T23:58:55.411" v="37" actId="478"/>
          <ac:spMkLst>
            <pc:docMk/>
            <pc:sldMk cId="0" sldId="259"/>
            <ac:spMk id="19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6:02.801" v="1460" actId="14100"/>
          <ac:spMkLst>
            <pc:docMk/>
            <pc:sldMk cId="0" sldId="259"/>
            <ac:spMk id="20" creationId="{00000000-0000-0000-0000-000000000000}"/>
          </ac:spMkLst>
        </pc:spChg>
        <pc:grpChg chg="mod">
          <ac:chgData name="krishan murari" userId="0233c22d7614ece6" providerId="LiveId" clId="{18B82C6D-E21C-40CA-B425-481132A8A934}" dt="2024-02-20T01:06:02.801" v="1460" actId="14100"/>
          <ac:grpSpMkLst>
            <pc:docMk/>
            <pc:sldMk cId="0" sldId="259"/>
            <ac:grpSpMk id="3" creationId="{00000000-0000-0000-0000-000000000000}"/>
          </ac:grpSpMkLst>
        </pc:grpChg>
        <pc:grpChg chg="mod">
          <ac:chgData name="krishan murari" userId="0233c22d7614ece6" providerId="LiveId" clId="{18B82C6D-E21C-40CA-B425-481132A8A934}" dt="2024-02-20T01:06:23.182" v="1465" actId="1076"/>
          <ac:grpSpMkLst>
            <pc:docMk/>
            <pc:sldMk cId="0" sldId="259"/>
            <ac:grpSpMk id="11" creationId="{00000000-0000-0000-0000-000000000000}"/>
          </ac:grpSpMkLst>
        </pc:grpChg>
        <pc:grpChg chg="mod">
          <ac:chgData name="krishan murari" userId="0233c22d7614ece6" providerId="LiveId" clId="{18B82C6D-E21C-40CA-B425-481132A8A934}" dt="2024-02-20T01:06:27.117" v="1466" actId="1076"/>
          <ac:grpSpMkLst>
            <pc:docMk/>
            <pc:sldMk cId="0" sldId="259"/>
            <ac:grpSpMk id="14" creationId="{00000000-0000-0000-0000-000000000000}"/>
          </ac:grpSpMkLst>
        </pc:grpChg>
      </pc:sldChg>
      <pc:sldChg chg="delSp modSp mod">
        <pc:chgData name="krishan murari" userId="0233c22d7614ece6" providerId="LiveId" clId="{18B82C6D-E21C-40CA-B425-481132A8A934}" dt="2024-02-19T23:59:21.617" v="50" actId="478"/>
        <pc:sldMkLst>
          <pc:docMk/>
          <pc:sldMk cId="0" sldId="260"/>
        </pc:sldMkLst>
        <pc:spChg chg="del">
          <ac:chgData name="krishan murari" userId="0233c22d7614ece6" providerId="LiveId" clId="{18B82C6D-E21C-40CA-B425-481132A8A934}" dt="2024-02-19T23:59:21.617" v="50" actId="478"/>
          <ac:spMkLst>
            <pc:docMk/>
            <pc:sldMk cId="0" sldId="260"/>
            <ac:spMk id="10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19T23:59:17.595" v="49" actId="478"/>
          <ac:spMkLst>
            <pc:docMk/>
            <pc:sldMk cId="0" sldId="260"/>
            <ac:spMk id="11" creationId="{00000000-0000-0000-0000-000000000000}"/>
          </ac:spMkLst>
        </pc:spChg>
      </pc:sldChg>
      <pc:sldChg chg="addSp delSp modSp mod">
        <pc:chgData name="krishan murari" userId="0233c22d7614ece6" providerId="LiveId" clId="{18B82C6D-E21C-40CA-B425-481132A8A934}" dt="2024-02-20T01:05:48.041" v="1458" actId="478"/>
        <pc:sldMkLst>
          <pc:docMk/>
          <pc:sldMk cId="0" sldId="261"/>
        </pc:sldMkLst>
        <pc:spChg chg="mod">
          <ac:chgData name="krishan murari" userId="0233c22d7614ece6" providerId="LiveId" clId="{18B82C6D-E21C-40CA-B425-481132A8A934}" dt="2024-02-20T01:05:31.335" v="1454" actId="14100"/>
          <ac:spMkLst>
            <pc:docMk/>
            <pc:sldMk cId="0" sldId="261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5:31.335" v="1454" actId="14100"/>
          <ac:spMkLst>
            <pc:docMk/>
            <pc:sldMk cId="0" sldId="261"/>
            <ac:spMk id="4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1:05:48.041" v="1458" actId="478"/>
          <ac:spMkLst>
            <pc:docMk/>
            <pc:sldMk cId="0" sldId="261"/>
            <ac:spMk id="5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1:05:45.289" v="1457" actId="478"/>
          <ac:spMkLst>
            <pc:docMk/>
            <pc:sldMk cId="0" sldId="261"/>
            <ac:spMk id="6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5:42.883" v="1456" actId="20577"/>
          <ac:spMkLst>
            <pc:docMk/>
            <pc:sldMk cId="0" sldId="261"/>
            <ac:spMk id="7" creationId="{00000000-0000-0000-0000-000000000000}"/>
          </ac:spMkLst>
        </pc:spChg>
        <pc:spChg chg="add mod">
          <ac:chgData name="krishan murari" userId="0233c22d7614ece6" providerId="LiveId" clId="{18B82C6D-E21C-40CA-B425-481132A8A934}" dt="2024-02-20T01:05:31.335" v="1454" actId="14100"/>
          <ac:spMkLst>
            <pc:docMk/>
            <pc:sldMk cId="0" sldId="261"/>
            <ac:spMk id="8" creationId="{1AA6CCBD-7CEC-F606-0D28-C15AA53FDBF2}"/>
          </ac:spMkLst>
        </pc:spChg>
        <pc:spChg chg="add del">
          <ac:chgData name="krishan murari" userId="0233c22d7614ece6" providerId="LiveId" clId="{18B82C6D-E21C-40CA-B425-481132A8A934}" dt="2024-02-20T00:07:38.351" v="193" actId="478"/>
          <ac:spMkLst>
            <pc:docMk/>
            <pc:sldMk cId="0" sldId="261"/>
            <ac:spMk id="10" creationId="{37DA56A6-A798-F443-927B-8A79FBDFA4FE}"/>
          </ac:spMkLst>
        </pc:spChg>
        <pc:picChg chg="mod">
          <ac:chgData name="krishan murari" userId="0233c22d7614ece6" providerId="LiveId" clId="{18B82C6D-E21C-40CA-B425-481132A8A934}" dt="2024-02-20T01:05:31.335" v="1454" actId="14100"/>
          <ac:picMkLst>
            <pc:docMk/>
            <pc:sldMk cId="0" sldId="261"/>
            <ac:picMk id="3" creationId="{00000000-0000-0000-0000-000000000000}"/>
          </ac:picMkLst>
        </pc:picChg>
      </pc:sldChg>
      <pc:sldChg chg="delSp modSp mod">
        <pc:chgData name="krishan murari" userId="0233c22d7614ece6" providerId="LiveId" clId="{18B82C6D-E21C-40CA-B425-481132A8A934}" dt="2024-02-20T01:05:12.114" v="1452" actId="20577"/>
        <pc:sldMkLst>
          <pc:docMk/>
          <pc:sldMk cId="0" sldId="262"/>
        </pc:sldMkLst>
        <pc:spChg chg="mod">
          <ac:chgData name="krishan murari" userId="0233c22d7614ece6" providerId="LiveId" clId="{18B82C6D-E21C-40CA-B425-481132A8A934}" dt="2024-02-20T01:05:06.211" v="1451" actId="14100"/>
          <ac:spMkLst>
            <pc:docMk/>
            <pc:sldMk cId="0" sldId="262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5:06.211" v="1451" actId="14100"/>
          <ac:spMkLst>
            <pc:docMk/>
            <pc:sldMk cId="0" sldId="262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5:06.211" v="1451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5:06.211" v="1451" actId="14100"/>
          <ac:spMkLst>
            <pc:docMk/>
            <pc:sldMk cId="0" sldId="262"/>
            <ac:spMk id="5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5:12.114" v="1452" actId="20577"/>
          <ac:spMkLst>
            <pc:docMk/>
            <pc:sldMk cId="0" sldId="262"/>
            <ac:spMk id="6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01:06.654" v="95" actId="478"/>
          <ac:spMkLst>
            <pc:docMk/>
            <pc:sldMk cId="0" sldId="262"/>
            <ac:spMk id="7" creationId="{00000000-0000-0000-0000-000000000000}"/>
          </ac:spMkLst>
        </pc:spChg>
      </pc:sldChg>
      <pc:sldChg chg="delSp modSp mod">
        <pc:chgData name="krishan murari" userId="0233c22d7614ece6" providerId="LiveId" clId="{18B82C6D-E21C-40CA-B425-481132A8A934}" dt="2024-02-20T01:04:24.432" v="1449" actId="1076"/>
        <pc:sldMkLst>
          <pc:docMk/>
          <pc:sldMk cId="0" sldId="263"/>
        </pc:sldMkLst>
        <pc:spChg chg="mod">
          <ac:chgData name="krishan murari" userId="0233c22d7614ece6" providerId="LiveId" clId="{18B82C6D-E21C-40CA-B425-481132A8A934}" dt="2024-02-20T01:03:53.301" v="1439" actId="1076"/>
          <ac:spMkLst>
            <pc:docMk/>
            <pc:sldMk cId="0" sldId="263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3:58.081" v="1444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4:24.432" v="1449" actId="1076"/>
          <ac:spMkLst>
            <pc:docMk/>
            <pc:sldMk cId="0" sldId="263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4:18.971" v="1447" actId="1076"/>
          <ac:spMkLst>
            <pc:docMk/>
            <pc:sldMk cId="0" sldId="263"/>
            <ac:spMk id="5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01:12.759" v="96" actId="478"/>
          <ac:spMkLst>
            <pc:docMk/>
            <pc:sldMk cId="0" sldId="263"/>
            <ac:spMk id="6" creationId="{00000000-0000-0000-0000-000000000000}"/>
          </ac:spMkLst>
        </pc:spChg>
      </pc:sldChg>
      <pc:sldChg chg="delSp modSp mod">
        <pc:chgData name="krishan murari" userId="0233c22d7614ece6" providerId="LiveId" clId="{18B82C6D-E21C-40CA-B425-481132A8A934}" dt="2024-02-20T01:03:36.694" v="1436" actId="14100"/>
        <pc:sldMkLst>
          <pc:docMk/>
          <pc:sldMk cId="0" sldId="264"/>
        </pc:sldMkLst>
        <pc:spChg chg="mod">
          <ac:chgData name="krishan murari" userId="0233c22d7614ece6" providerId="LiveId" clId="{18B82C6D-E21C-40CA-B425-481132A8A934}" dt="2024-02-20T01:03:25.712" v="1433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3:36.694" v="1436" actId="14100"/>
          <ac:spMkLst>
            <pc:docMk/>
            <pc:sldMk cId="0" sldId="264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3:32.821" v="1435" actId="14100"/>
          <ac:spMkLst>
            <pc:docMk/>
            <pc:sldMk cId="0" sldId="264"/>
            <ac:spMk id="5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02:33.559" v="125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02:23.783" v="122" actId="478"/>
          <ac:spMkLst>
            <pc:docMk/>
            <pc:sldMk cId="0" sldId="264"/>
            <ac:spMk id="8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02:11.819" v="118" actId="478"/>
          <ac:spMkLst>
            <pc:docMk/>
            <pc:sldMk cId="0" sldId="264"/>
            <ac:spMk id="9" creationId="{00000000-0000-0000-0000-000000000000}"/>
          </ac:spMkLst>
        </pc:spChg>
        <pc:picChg chg="mod">
          <ac:chgData name="krishan murari" userId="0233c22d7614ece6" providerId="LiveId" clId="{18B82C6D-E21C-40CA-B425-481132A8A934}" dt="2024-02-20T01:03:25.712" v="1433" actId="14100"/>
          <ac:picMkLst>
            <pc:docMk/>
            <pc:sldMk cId="0" sldId="264"/>
            <ac:picMk id="4" creationId="{00000000-0000-0000-0000-000000000000}"/>
          </ac:picMkLst>
        </pc:picChg>
        <pc:picChg chg="mod">
          <ac:chgData name="krishan murari" userId="0233c22d7614ece6" providerId="LiveId" clId="{18B82C6D-E21C-40CA-B425-481132A8A934}" dt="2024-02-20T01:03:28.881" v="1434" actId="14100"/>
          <ac:picMkLst>
            <pc:docMk/>
            <pc:sldMk cId="0" sldId="264"/>
            <ac:picMk id="6" creationId="{00000000-0000-0000-0000-000000000000}"/>
          </ac:picMkLst>
        </pc:picChg>
      </pc:sldChg>
      <pc:sldChg chg="delSp modSp mod">
        <pc:chgData name="krishan murari" userId="0233c22d7614ece6" providerId="LiveId" clId="{18B82C6D-E21C-40CA-B425-481132A8A934}" dt="2024-02-20T01:03:02.434" v="1430" actId="478"/>
        <pc:sldMkLst>
          <pc:docMk/>
          <pc:sldMk cId="0" sldId="265"/>
        </pc:sldMkLst>
        <pc:spChg chg="mod">
          <ac:chgData name="krishan murari" userId="0233c22d7614ece6" providerId="LiveId" clId="{18B82C6D-E21C-40CA-B425-481132A8A934}" dt="2024-02-20T01:02:46.574" v="1425" actId="14100"/>
          <ac:spMkLst>
            <pc:docMk/>
            <pc:sldMk cId="0" sldId="265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2:55.962" v="1428" actId="1076"/>
          <ac:spMkLst>
            <pc:docMk/>
            <pc:sldMk cId="0" sldId="265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2:50.954" v="1427" actId="20577"/>
          <ac:spMkLst>
            <pc:docMk/>
            <pc:sldMk cId="0" sldId="265"/>
            <ac:spMk id="5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1:03:02.434" v="1430" actId="478"/>
          <ac:spMkLst>
            <pc:docMk/>
            <pc:sldMk cId="0" sldId="265"/>
            <ac:spMk id="6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1:02:59.014" v="1429" actId="478"/>
          <ac:spMkLst>
            <pc:docMk/>
            <pc:sldMk cId="0" sldId="265"/>
            <ac:spMk id="7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02:39.430" v="127" actId="478"/>
          <ac:spMkLst>
            <pc:docMk/>
            <pc:sldMk cId="0" sldId="265"/>
            <ac:spMk id="8" creationId="{00000000-0000-0000-0000-000000000000}"/>
          </ac:spMkLst>
        </pc:spChg>
        <pc:picChg chg="mod">
          <ac:chgData name="krishan murari" userId="0233c22d7614ece6" providerId="LiveId" clId="{18B82C6D-E21C-40CA-B425-481132A8A934}" dt="2024-02-20T01:02:46.574" v="1425" actId="14100"/>
          <ac:picMkLst>
            <pc:docMk/>
            <pc:sldMk cId="0" sldId="265"/>
            <ac:picMk id="4" creationId="{00000000-0000-0000-0000-000000000000}"/>
          </ac:picMkLst>
        </pc:picChg>
      </pc:sldChg>
      <pc:sldChg chg="delSp modSp mod">
        <pc:chgData name="krishan murari" userId="0233c22d7614ece6" providerId="LiveId" clId="{18B82C6D-E21C-40CA-B425-481132A8A934}" dt="2024-02-20T01:02:35.341" v="1423" actId="20577"/>
        <pc:sldMkLst>
          <pc:docMk/>
          <pc:sldMk cId="0" sldId="266"/>
        </pc:sldMkLst>
        <pc:spChg chg="mod">
          <ac:chgData name="krishan murari" userId="0233c22d7614ece6" providerId="LiveId" clId="{18B82C6D-E21C-40CA-B425-481132A8A934}" dt="2024-02-20T01:01:20.434" v="1394" actId="14100"/>
          <ac:spMkLst>
            <pc:docMk/>
            <pc:sldMk cId="0" sldId="266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1:20.434" v="1394" actId="14100"/>
          <ac:spMkLst>
            <pc:docMk/>
            <pc:sldMk cId="0" sldId="266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1:20.434" v="1394" actId="14100"/>
          <ac:spMkLst>
            <pc:docMk/>
            <pc:sldMk cId="0" sldId="266"/>
            <ac:spMk id="6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1:20.434" v="1394" actId="14100"/>
          <ac:spMkLst>
            <pc:docMk/>
            <pc:sldMk cId="0" sldId="266"/>
            <ac:spMk id="9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2:17.011" v="1417" actId="14100"/>
          <ac:spMkLst>
            <pc:docMk/>
            <pc:sldMk cId="0" sldId="266"/>
            <ac:spMk id="10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2:35.341" v="1423" actId="20577"/>
          <ac:spMkLst>
            <pc:docMk/>
            <pc:sldMk cId="0" sldId="266"/>
            <ac:spMk id="11" creationId="{00000000-0000-0000-0000-000000000000}"/>
          </ac:spMkLst>
        </pc:spChg>
        <pc:picChg chg="del mod">
          <ac:chgData name="krishan murari" userId="0233c22d7614ece6" providerId="LiveId" clId="{18B82C6D-E21C-40CA-B425-481132A8A934}" dt="2024-02-20T01:02:03.071" v="1415" actId="478"/>
          <ac:picMkLst>
            <pc:docMk/>
            <pc:sldMk cId="0" sldId="266"/>
            <ac:picMk id="3" creationId="{00000000-0000-0000-0000-000000000000}"/>
          </ac:picMkLst>
        </pc:picChg>
        <pc:picChg chg="del mod">
          <ac:chgData name="krishan murari" userId="0233c22d7614ece6" providerId="LiveId" clId="{18B82C6D-E21C-40CA-B425-481132A8A934}" dt="2024-02-20T01:02:00.763" v="1414" actId="478"/>
          <ac:picMkLst>
            <pc:docMk/>
            <pc:sldMk cId="0" sldId="266"/>
            <ac:picMk id="5" creationId="{00000000-0000-0000-0000-000000000000}"/>
          </ac:picMkLst>
        </pc:picChg>
        <pc:picChg chg="del mod">
          <ac:chgData name="krishan murari" userId="0233c22d7614ece6" providerId="LiveId" clId="{18B82C6D-E21C-40CA-B425-481132A8A934}" dt="2024-02-20T01:01:58.364" v="1413" actId="478"/>
          <ac:picMkLst>
            <pc:docMk/>
            <pc:sldMk cId="0" sldId="266"/>
            <ac:picMk id="7" creationId="{00000000-0000-0000-0000-000000000000}"/>
          </ac:picMkLst>
        </pc:picChg>
        <pc:picChg chg="del mod">
          <ac:chgData name="krishan murari" userId="0233c22d7614ece6" providerId="LiveId" clId="{18B82C6D-E21C-40CA-B425-481132A8A934}" dt="2024-02-20T01:02:28.461" v="1422" actId="478"/>
          <ac:picMkLst>
            <pc:docMk/>
            <pc:sldMk cId="0" sldId="266"/>
            <ac:picMk id="8" creationId="{00000000-0000-0000-0000-000000000000}"/>
          </ac:picMkLst>
        </pc:picChg>
      </pc:sldChg>
      <pc:sldChg chg="del">
        <pc:chgData name="krishan murari" userId="0233c22d7614ece6" providerId="LiveId" clId="{18B82C6D-E21C-40CA-B425-481132A8A934}" dt="2024-02-20T00:03:01.842" v="144" actId="47"/>
        <pc:sldMkLst>
          <pc:docMk/>
          <pc:sldMk cId="0" sldId="267"/>
        </pc:sldMkLst>
      </pc:sldChg>
      <pc:sldChg chg="delSp modSp mod">
        <pc:chgData name="krishan murari" userId="0233c22d7614ece6" providerId="LiveId" clId="{18B82C6D-E21C-40CA-B425-481132A8A934}" dt="2024-02-20T01:01:07.046" v="1390" actId="1076"/>
        <pc:sldMkLst>
          <pc:docMk/>
          <pc:sldMk cId="0" sldId="268"/>
        </pc:sldMkLst>
        <pc:spChg chg="mod">
          <ac:chgData name="krishan murari" userId="0233c22d7614ece6" providerId="LiveId" clId="{18B82C6D-E21C-40CA-B425-481132A8A934}" dt="2024-02-20T00:59:50.271" v="1356" actId="14100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59:57.711" v="1358" actId="478"/>
          <ac:spMkLst>
            <pc:docMk/>
            <pc:sldMk cId="0" sldId="268"/>
            <ac:spMk id="3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1:00:00.094" v="1359" actId="478"/>
          <ac:spMkLst>
            <pc:docMk/>
            <pc:sldMk cId="0" sldId="268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1:01:07.046" v="1390" actId="1076"/>
          <ac:spMkLst>
            <pc:docMk/>
            <pc:sldMk cId="0" sldId="268"/>
            <ac:spMk id="5" creationId="{00000000-0000-0000-0000-000000000000}"/>
          </ac:spMkLst>
        </pc:spChg>
      </pc:sldChg>
      <pc:sldChg chg="delSp modSp mod">
        <pc:chgData name="krishan murari" userId="0233c22d7614ece6" providerId="LiveId" clId="{18B82C6D-E21C-40CA-B425-481132A8A934}" dt="2024-02-20T00:59:35.984" v="1353" actId="20577"/>
        <pc:sldMkLst>
          <pc:docMk/>
          <pc:sldMk cId="0" sldId="269"/>
        </pc:sldMkLst>
        <pc:spChg chg="mod">
          <ac:chgData name="krishan murari" userId="0233c22d7614ece6" providerId="LiveId" clId="{18B82C6D-E21C-40CA-B425-481132A8A934}" dt="2024-02-20T00:59:14.412" v="1348" actId="14100"/>
          <ac:spMkLst>
            <pc:docMk/>
            <pc:sldMk cId="0" sldId="269"/>
            <ac:spMk id="2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59:23.652" v="1350" actId="478"/>
          <ac:spMkLst>
            <pc:docMk/>
            <pc:sldMk cId="0" sldId="269"/>
            <ac:spMk id="3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59:19.841" v="1349" actId="478"/>
          <ac:spMkLst>
            <pc:docMk/>
            <pc:sldMk cId="0" sldId="269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9:35.984" v="1353" actId="20577"/>
          <ac:spMkLst>
            <pc:docMk/>
            <pc:sldMk cId="0" sldId="269"/>
            <ac:spMk id="5" creationId="{00000000-0000-0000-0000-000000000000}"/>
          </ac:spMkLst>
        </pc:spChg>
      </pc:sldChg>
      <pc:sldChg chg="delSp modSp mod">
        <pc:chgData name="krishan murari" userId="0233c22d7614ece6" providerId="LiveId" clId="{18B82C6D-E21C-40CA-B425-481132A8A934}" dt="2024-02-20T00:59:01.582" v="1346" actId="1076"/>
        <pc:sldMkLst>
          <pc:docMk/>
          <pc:sldMk cId="0" sldId="270"/>
        </pc:sldMkLst>
        <pc:spChg chg="mod">
          <ac:chgData name="krishan murari" userId="0233c22d7614ece6" providerId="LiveId" clId="{18B82C6D-E21C-40CA-B425-481132A8A934}" dt="2024-02-20T00:58:26.374" v="1340" actId="14100"/>
          <ac:spMkLst>
            <pc:docMk/>
            <pc:sldMk cId="0" sldId="270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9:01.582" v="1346" actId="1076"/>
          <ac:spMkLst>
            <pc:docMk/>
            <pc:sldMk cId="0" sldId="270"/>
            <ac:spMk id="3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58:33.615" v="1341" actId="478"/>
          <ac:spMkLst>
            <pc:docMk/>
            <pc:sldMk cId="0" sldId="270"/>
            <ac:spMk id="4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58:35.272" v="1342" actId="478"/>
          <ac:spMkLst>
            <pc:docMk/>
            <pc:sldMk cId="0" sldId="270"/>
            <ac:spMk id="5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8:55.951" v="1345" actId="20577"/>
          <ac:spMkLst>
            <pc:docMk/>
            <pc:sldMk cId="0" sldId="270"/>
            <ac:spMk id="6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11:48.276" v="238"/>
          <ac:spMkLst>
            <pc:docMk/>
            <pc:sldMk cId="0" sldId="270"/>
            <ac:spMk id="7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11:52.250" v="240" actId="478"/>
          <ac:spMkLst>
            <pc:docMk/>
            <pc:sldMk cId="0" sldId="270"/>
            <ac:spMk id="8" creationId="{00000000-0000-0000-0000-000000000000}"/>
          </ac:spMkLst>
        </pc:spChg>
      </pc:sldChg>
      <pc:sldChg chg="delSp modSp mod">
        <pc:chgData name="krishan murari" userId="0233c22d7614ece6" providerId="LiveId" clId="{18B82C6D-E21C-40CA-B425-481132A8A934}" dt="2024-02-20T00:58:11.371" v="1338" actId="478"/>
        <pc:sldMkLst>
          <pc:docMk/>
          <pc:sldMk cId="0" sldId="271"/>
        </pc:sldMkLst>
        <pc:spChg chg="mod">
          <ac:chgData name="krishan murari" userId="0233c22d7614ece6" providerId="LiveId" clId="{18B82C6D-E21C-40CA-B425-481132A8A934}" dt="2024-02-20T00:58:03.691" v="1336" actId="14100"/>
          <ac:spMkLst>
            <pc:docMk/>
            <pc:sldMk cId="0" sldId="271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8:03.691" v="1336" actId="14100"/>
          <ac:spMkLst>
            <pc:docMk/>
            <pc:sldMk cId="0" sldId="271"/>
            <ac:spMk id="3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58:11.371" v="1338" actId="478"/>
          <ac:spMkLst>
            <pc:docMk/>
            <pc:sldMk cId="0" sldId="271"/>
            <ac:spMk id="4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58:06.784" v="1337" actId="478"/>
          <ac:spMkLst>
            <pc:docMk/>
            <pc:sldMk cId="0" sldId="271"/>
            <ac:spMk id="5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12:11.132" v="252" actId="478"/>
          <ac:spMkLst>
            <pc:docMk/>
            <pc:sldMk cId="0" sldId="271"/>
            <ac:spMk id="6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8:03.691" v="1336" actId="14100"/>
          <ac:spMkLst>
            <pc:docMk/>
            <pc:sldMk cId="0" sldId="271"/>
            <ac:spMk id="7" creationId="{00000000-0000-0000-0000-000000000000}"/>
          </ac:spMkLst>
        </pc:spChg>
      </pc:sldChg>
      <pc:sldChg chg="del">
        <pc:chgData name="krishan murari" userId="0233c22d7614ece6" providerId="LiveId" clId="{18B82C6D-E21C-40CA-B425-481132A8A934}" dt="2024-02-20T00:12:14.418" v="253" actId="47"/>
        <pc:sldMkLst>
          <pc:docMk/>
          <pc:sldMk cId="0" sldId="272"/>
        </pc:sldMkLst>
      </pc:sldChg>
      <pc:sldChg chg="delSp modSp mod modTransition">
        <pc:chgData name="krishan murari" userId="0233c22d7614ece6" providerId="LiveId" clId="{18B82C6D-E21C-40CA-B425-481132A8A934}" dt="2024-02-20T00:57:48.751" v="1334" actId="478"/>
        <pc:sldMkLst>
          <pc:docMk/>
          <pc:sldMk cId="0" sldId="273"/>
        </pc:sldMkLst>
        <pc:spChg chg="mod">
          <ac:chgData name="krishan murari" userId="0233c22d7614ece6" providerId="LiveId" clId="{18B82C6D-E21C-40CA-B425-481132A8A934}" dt="2024-02-20T00:57:38.905" v="1332" actId="14100"/>
          <ac:spMkLst>
            <pc:docMk/>
            <pc:sldMk cId="0" sldId="273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7:38.905" v="1332" actId="14100"/>
          <ac:spMkLst>
            <pc:docMk/>
            <pc:sldMk cId="0" sldId="273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7:38.905" v="1332" actId="14100"/>
          <ac:spMkLst>
            <pc:docMk/>
            <pc:sldMk cId="0" sldId="273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7:38.905" v="1332" actId="14100"/>
          <ac:spMkLst>
            <pc:docMk/>
            <pc:sldMk cId="0" sldId="273"/>
            <ac:spMk id="5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57:48.751" v="1334" actId="478"/>
          <ac:spMkLst>
            <pc:docMk/>
            <pc:sldMk cId="0" sldId="273"/>
            <ac:spMk id="6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57:45.462" v="1333" actId="478"/>
          <ac:spMkLst>
            <pc:docMk/>
            <pc:sldMk cId="0" sldId="273"/>
            <ac:spMk id="7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12:19.396" v="254" actId="478"/>
          <ac:spMkLst>
            <pc:docMk/>
            <pc:sldMk cId="0" sldId="273"/>
            <ac:spMk id="8" creationId="{00000000-0000-0000-0000-000000000000}"/>
          </ac:spMkLst>
        </pc:spChg>
      </pc:sldChg>
      <pc:sldChg chg="delSp modSp mod modTransition">
        <pc:chgData name="krishan murari" userId="0233c22d7614ece6" providerId="LiveId" clId="{18B82C6D-E21C-40CA-B425-481132A8A934}" dt="2024-02-20T00:57:27.414" v="1330" actId="14100"/>
        <pc:sldMkLst>
          <pc:docMk/>
          <pc:sldMk cId="0" sldId="274"/>
        </pc:sldMkLst>
        <pc:spChg chg="mod">
          <ac:chgData name="krishan murari" userId="0233c22d7614ece6" providerId="LiveId" clId="{18B82C6D-E21C-40CA-B425-481132A8A934}" dt="2024-02-20T00:57:27.414" v="1330" actId="14100"/>
          <ac:spMkLst>
            <pc:docMk/>
            <pc:sldMk cId="0" sldId="274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7:27.414" v="1330" actId="14100"/>
          <ac:spMkLst>
            <pc:docMk/>
            <pc:sldMk cId="0" sldId="274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7:27.414" v="1330" actId="14100"/>
          <ac:spMkLst>
            <pc:docMk/>
            <pc:sldMk cId="0" sldId="274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7:27.414" v="1330" actId="14100"/>
          <ac:spMkLst>
            <pc:docMk/>
            <pc:sldMk cId="0" sldId="274"/>
            <ac:spMk id="5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12:23.561" v="255" actId="478"/>
          <ac:spMkLst>
            <pc:docMk/>
            <pc:sldMk cId="0" sldId="274"/>
            <ac:spMk id="6" creationId="{00000000-0000-0000-0000-000000000000}"/>
          </ac:spMkLst>
        </pc:spChg>
      </pc:sldChg>
      <pc:sldChg chg="modSp mod">
        <pc:chgData name="krishan murari" userId="0233c22d7614ece6" providerId="LiveId" clId="{18B82C6D-E21C-40CA-B425-481132A8A934}" dt="2024-02-20T00:56:43.046" v="1328" actId="1076"/>
        <pc:sldMkLst>
          <pc:docMk/>
          <pc:sldMk cId="0" sldId="275"/>
        </pc:sldMkLst>
        <pc:spChg chg="mod">
          <ac:chgData name="krishan murari" userId="0233c22d7614ece6" providerId="LiveId" clId="{18B82C6D-E21C-40CA-B425-481132A8A934}" dt="2024-02-20T00:56:22.332" v="1322" actId="14100"/>
          <ac:spMkLst>
            <pc:docMk/>
            <pc:sldMk cId="0" sldId="275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6:43.046" v="1328" actId="1076"/>
          <ac:spMkLst>
            <pc:docMk/>
            <pc:sldMk cId="0" sldId="275"/>
            <ac:spMk id="3" creationId="{00000000-0000-0000-0000-000000000000}"/>
          </ac:spMkLst>
        </pc:spChg>
      </pc:sldChg>
      <pc:sldChg chg="del">
        <pc:chgData name="krishan murari" userId="0233c22d7614ece6" providerId="LiveId" clId="{18B82C6D-E21C-40CA-B425-481132A8A934}" dt="2024-02-20T00:13:33.911" v="317" actId="47"/>
        <pc:sldMkLst>
          <pc:docMk/>
          <pc:sldMk cId="0" sldId="276"/>
        </pc:sldMkLst>
      </pc:sldChg>
      <pc:sldChg chg="del">
        <pc:chgData name="krishan murari" userId="0233c22d7614ece6" providerId="LiveId" clId="{18B82C6D-E21C-40CA-B425-481132A8A934}" dt="2024-02-20T00:13:36.300" v="318" actId="47"/>
        <pc:sldMkLst>
          <pc:docMk/>
          <pc:sldMk cId="0" sldId="277"/>
        </pc:sldMkLst>
      </pc:sldChg>
      <pc:sldChg chg="addSp delSp modSp mod">
        <pc:chgData name="krishan murari" userId="0233c22d7614ece6" providerId="LiveId" clId="{18B82C6D-E21C-40CA-B425-481132A8A934}" dt="2024-02-20T00:19:17.032" v="394" actId="1076"/>
        <pc:sldMkLst>
          <pc:docMk/>
          <pc:sldMk cId="0" sldId="278"/>
        </pc:sldMkLst>
        <pc:spChg chg="del mod">
          <ac:chgData name="krishan murari" userId="0233c22d7614ece6" providerId="LiveId" clId="{18B82C6D-E21C-40CA-B425-481132A8A934}" dt="2024-02-20T00:13:52.339" v="326"/>
          <ac:spMkLst>
            <pc:docMk/>
            <pc:sldMk cId="0" sldId="278"/>
            <ac:spMk id="8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14:59.246" v="336" actId="478"/>
          <ac:spMkLst>
            <pc:docMk/>
            <pc:sldMk cId="0" sldId="278"/>
            <ac:spMk id="9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13:52.339" v="324" actId="478"/>
          <ac:spMkLst>
            <pc:docMk/>
            <pc:sldMk cId="0" sldId="278"/>
            <ac:spMk id="10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14:11.897" v="330" actId="1076"/>
          <ac:spMkLst>
            <pc:docMk/>
            <pc:sldMk cId="0" sldId="278"/>
            <ac:spMk id="11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16:10.480" v="350" actId="1076"/>
          <ac:spMkLst>
            <pc:docMk/>
            <pc:sldMk cId="0" sldId="278"/>
            <ac:spMk id="13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17:12.735" v="361" actId="478"/>
          <ac:spMkLst>
            <pc:docMk/>
            <pc:sldMk cId="0" sldId="278"/>
            <ac:spMk id="16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17:12.735" v="361" actId="478"/>
          <ac:spMkLst>
            <pc:docMk/>
            <pc:sldMk cId="0" sldId="278"/>
            <ac:spMk id="17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17:15.976" v="362" actId="478"/>
          <ac:spMkLst>
            <pc:docMk/>
            <pc:sldMk cId="0" sldId="278"/>
            <ac:spMk id="18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17:12.735" v="361" actId="478"/>
          <ac:spMkLst>
            <pc:docMk/>
            <pc:sldMk cId="0" sldId="278"/>
            <ac:spMk id="19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17:12.735" v="361" actId="478"/>
          <ac:spMkLst>
            <pc:docMk/>
            <pc:sldMk cId="0" sldId="278"/>
            <ac:spMk id="20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17:12.735" v="361" actId="478"/>
          <ac:spMkLst>
            <pc:docMk/>
            <pc:sldMk cId="0" sldId="278"/>
            <ac:spMk id="21" creationId="{00000000-0000-0000-0000-000000000000}"/>
          </ac:spMkLst>
        </pc:spChg>
        <pc:grpChg chg="del mod">
          <ac:chgData name="krishan murari" userId="0233c22d7614ece6" providerId="LiveId" clId="{18B82C6D-E21C-40CA-B425-481132A8A934}" dt="2024-02-20T00:17:12.735" v="361" actId="478"/>
          <ac:grpSpMkLst>
            <pc:docMk/>
            <pc:sldMk cId="0" sldId="278"/>
            <ac:grpSpMk id="12" creationId="{00000000-0000-0000-0000-000000000000}"/>
          </ac:grpSpMkLst>
        </pc:grpChg>
        <pc:grpChg chg="del mod">
          <ac:chgData name="krishan murari" userId="0233c22d7614ece6" providerId="LiveId" clId="{18B82C6D-E21C-40CA-B425-481132A8A934}" dt="2024-02-20T00:17:17.552" v="363" actId="478"/>
          <ac:grpSpMkLst>
            <pc:docMk/>
            <pc:sldMk cId="0" sldId="278"/>
            <ac:grpSpMk id="22" creationId="{00000000-0000-0000-0000-000000000000}"/>
          </ac:grpSpMkLst>
        </pc:grpChg>
        <pc:picChg chg="add mod">
          <ac:chgData name="krishan murari" userId="0233c22d7614ece6" providerId="LiveId" clId="{18B82C6D-E21C-40CA-B425-481132A8A934}" dt="2024-02-20T00:19:17.032" v="394" actId="1076"/>
          <ac:picMkLst>
            <pc:docMk/>
            <pc:sldMk cId="0" sldId="278"/>
            <ac:picMk id="2050" creationId="{C5949FE2-8AC3-3801-1404-39C9F5A5A700}"/>
          </ac:picMkLst>
        </pc:picChg>
      </pc:sldChg>
      <pc:sldChg chg="addSp delSp modSp mod">
        <pc:chgData name="krishan murari" userId="0233c22d7614ece6" providerId="LiveId" clId="{18B82C6D-E21C-40CA-B425-481132A8A934}" dt="2024-02-20T00:56:03.983" v="1320" actId="1076"/>
        <pc:sldMkLst>
          <pc:docMk/>
          <pc:sldMk cId="0" sldId="279"/>
        </pc:sldMkLst>
        <pc:spChg chg="del mod">
          <ac:chgData name="krishan murari" userId="0233c22d7614ece6" providerId="LiveId" clId="{18B82C6D-E21C-40CA-B425-481132A8A934}" dt="2024-02-20T00:55:34.998" v="1311"/>
          <ac:spMkLst>
            <pc:docMk/>
            <pc:sldMk cId="0" sldId="279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5:52.215" v="1317" actId="1076"/>
          <ac:spMkLst>
            <pc:docMk/>
            <pc:sldMk cId="0" sldId="279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6:00.481" v="1319" actId="1076"/>
          <ac:spMkLst>
            <pc:docMk/>
            <pc:sldMk cId="0" sldId="279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5:46.079" v="1315" actId="20577"/>
          <ac:spMkLst>
            <pc:docMk/>
            <pc:sldMk cId="0" sldId="279"/>
            <ac:spMk id="5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55:34.998" v="1309" actId="478"/>
          <ac:spMkLst>
            <pc:docMk/>
            <pc:sldMk cId="0" sldId="279"/>
            <ac:spMk id="10" creationId="{00000000-0000-0000-0000-000000000000}"/>
          </ac:spMkLst>
        </pc:spChg>
        <pc:spChg chg="add del mod">
          <ac:chgData name="krishan murari" userId="0233c22d7614ece6" providerId="LiveId" clId="{18B82C6D-E21C-40CA-B425-481132A8A934}" dt="2024-02-20T00:20:20.668" v="409" actId="478"/>
          <ac:spMkLst>
            <pc:docMk/>
            <pc:sldMk cId="0" sldId="279"/>
            <ac:spMk id="11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6:03.983" v="1320" actId="1076"/>
          <ac:spMkLst>
            <pc:docMk/>
            <pc:sldMk cId="0" sldId="279"/>
            <ac:spMk id="12" creationId="{00000000-0000-0000-0000-000000000000}"/>
          </ac:spMkLst>
        </pc:spChg>
        <pc:spChg chg="add del mod">
          <ac:chgData name="krishan murari" userId="0233c22d7614ece6" providerId="LiveId" clId="{18B82C6D-E21C-40CA-B425-481132A8A934}" dt="2024-02-20T00:19:07.792" v="385" actId="11529"/>
          <ac:spMkLst>
            <pc:docMk/>
            <pc:sldMk cId="0" sldId="279"/>
            <ac:spMk id="13" creationId="{54597FE2-C0E1-E212-2A00-2DB557E8F350}"/>
          </ac:spMkLst>
        </pc:spChg>
        <pc:grpChg chg="del mod">
          <ac:chgData name="krishan murari" userId="0233c22d7614ece6" providerId="LiveId" clId="{18B82C6D-E21C-40CA-B425-481132A8A934}" dt="2024-02-20T00:20:02.502" v="397" actId="478"/>
          <ac:grpSpMkLst>
            <pc:docMk/>
            <pc:sldMk cId="0" sldId="279"/>
            <ac:grpSpMk id="6" creationId="{00000000-0000-0000-0000-000000000000}"/>
          </ac:grpSpMkLst>
        </pc:grpChg>
      </pc:sldChg>
      <pc:sldChg chg="delSp modSp mod">
        <pc:chgData name="krishan murari" userId="0233c22d7614ece6" providerId="LiveId" clId="{18B82C6D-E21C-40CA-B425-481132A8A934}" dt="2024-02-20T00:54:37.472" v="1300" actId="20577"/>
        <pc:sldMkLst>
          <pc:docMk/>
          <pc:sldMk cId="0" sldId="280"/>
        </pc:sldMkLst>
        <pc:spChg chg="del mod">
          <ac:chgData name="krishan murari" userId="0233c22d7614ece6" providerId="LiveId" clId="{18B82C6D-E21C-40CA-B425-481132A8A934}" dt="2024-02-20T00:54:28.072" v="1295"/>
          <ac:spMkLst>
            <pc:docMk/>
            <pc:sldMk cId="0" sldId="280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4:01.315" v="1287" actId="1076"/>
          <ac:spMkLst>
            <pc:docMk/>
            <pc:sldMk cId="0" sldId="280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4:05.409" v="1288" actId="1076"/>
          <ac:spMkLst>
            <pc:docMk/>
            <pc:sldMk cId="0" sldId="280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4:37.472" v="1300" actId="20577"/>
          <ac:spMkLst>
            <pc:docMk/>
            <pc:sldMk cId="0" sldId="280"/>
            <ac:spMk id="5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54:28.071" v="1293" actId="478"/>
          <ac:spMkLst>
            <pc:docMk/>
            <pc:sldMk cId="0" sldId="280"/>
            <ac:spMk id="10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20:49.834" v="411" actId="478"/>
          <ac:spMkLst>
            <pc:docMk/>
            <pc:sldMk cId="0" sldId="280"/>
            <ac:spMk id="11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4:10.209" v="1289" actId="1076"/>
          <ac:spMkLst>
            <pc:docMk/>
            <pc:sldMk cId="0" sldId="280"/>
            <ac:spMk id="12" creationId="{00000000-0000-0000-0000-000000000000}"/>
          </ac:spMkLst>
        </pc:spChg>
        <pc:grpChg chg="del">
          <ac:chgData name="krishan murari" userId="0233c22d7614ece6" providerId="LiveId" clId="{18B82C6D-E21C-40CA-B425-481132A8A934}" dt="2024-02-20T00:20:48.015" v="410" actId="478"/>
          <ac:grpSpMkLst>
            <pc:docMk/>
            <pc:sldMk cId="0" sldId="280"/>
            <ac:grpSpMk id="6" creationId="{00000000-0000-0000-0000-000000000000}"/>
          </ac:grpSpMkLst>
        </pc:grpChg>
      </pc:sldChg>
      <pc:sldChg chg="delSp modSp mod">
        <pc:chgData name="krishan murari" userId="0233c22d7614ece6" providerId="LiveId" clId="{18B82C6D-E21C-40CA-B425-481132A8A934}" dt="2024-02-20T00:53:16.664" v="1278" actId="1076"/>
        <pc:sldMkLst>
          <pc:docMk/>
          <pc:sldMk cId="0" sldId="281"/>
        </pc:sldMkLst>
        <pc:spChg chg="mod">
          <ac:chgData name="krishan murari" userId="0233c22d7614ece6" providerId="LiveId" clId="{18B82C6D-E21C-40CA-B425-481132A8A934}" dt="2024-02-20T00:51:41.115" v="1246" actId="1076"/>
          <ac:spMkLst>
            <pc:docMk/>
            <pc:sldMk cId="0" sldId="281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2:55.893" v="1273" actId="20577"/>
          <ac:spMkLst>
            <pc:docMk/>
            <pc:sldMk cId="0" sldId="281"/>
            <ac:spMk id="3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52:25.252" v="1263" actId="478"/>
          <ac:spMkLst>
            <pc:docMk/>
            <pc:sldMk cId="0" sldId="281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3:13.511" v="1277" actId="1076"/>
          <ac:spMkLst>
            <pc:docMk/>
            <pc:sldMk cId="0" sldId="281"/>
            <ac:spMk id="5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1:20.644" v="1243" actId="14100"/>
          <ac:spMkLst>
            <pc:docMk/>
            <pc:sldMk cId="0" sldId="281"/>
            <ac:spMk id="6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21:37.572" v="434" actId="478"/>
          <ac:spMkLst>
            <pc:docMk/>
            <pc:sldMk cId="0" sldId="281"/>
            <ac:spMk id="10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21:24.783" v="429" actId="478"/>
          <ac:spMkLst>
            <pc:docMk/>
            <pc:sldMk cId="0" sldId="281"/>
            <ac:spMk id="11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21:17.462" v="428" actId="478"/>
          <ac:spMkLst>
            <pc:docMk/>
            <pc:sldMk cId="0" sldId="281"/>
            <ac:spMk id="12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21:14.672" v="427" actId="478"/>
          <ac:spMkLst>
            <pc:docMk/>
            <pc:sldMk cId="0" sldId="281"/>
            <ac:spMk id="13" creationId="{00000000-0000-0000-0000-000000000000}"/>
          </ac:spMkLst>
        </pc:spChg>
        <pc:grpChg chg="mod">
          <ac:chgData name="krishan murari" userId="0233c22d7614ece6" providerId="LiveId" clId="{18B82C6D-E21C-40CA-B425-481132A8A934}" dt="2024-02-20T00:53:16.664" v="1278" actId="1076"/>
          <ac:grpSpMkLst>
            <pc:docMk/>
            <pc:sldMk cId="0" sldId="281"/>
            <ac:grpSpMk id="7" creationId="{00000000-0000-0000-0000-000000000000}"/>
          </ac:grpSpMkLst>
        </pc:grpChg>
      </pc:sldChg>
      <pc:sldChg chg="delSp modSp mod">
        <pc:chgData name="krishan murari" userId="0233c22d7614ece6" providerId="LiveId" clId="{18B82C6D-E21C-40CA-B425-481132A8A934}" dt="2024-02-20T00:50:58.180" v="1238" actId="1076"/>
        <pc:sldMkLst>
          <pc:docMk/>
          <pc:sldMk cId="0" sldId="282"/>
        </pc:sldMkLst>
        <pc:spChg chg="mod">
          <ac:chgData name="krishan murari" userId="0233c22d7614ece6" providerId="LiveId" clId="{18B82C6D-E21C-40CA-B425-481132A8A934}" dt="2024-02-20T00:50:54.718" v="1237" actId="14100"/>
          <ac:spMkLst>
            <pc:docMk/>
            <pc:sldMk cId="0" sldId="282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0:58.180" v="1238" actId="1076"/>
          <ac:spMkLst>
            <pc:docMk/>
            <pc:sldMk cId="0" sldId="282"/>
            <ac:spMk id="3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22:24.792" v="451" actId="478"/>
          <ac:spMkLst>
            <pc:docMk/>
            <pc:sldMk cId="0" sldId="282"/>
            <ac:spMk id="4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22:22.152" v="450" actId="478"/>
          <ac:spMkLst>
            <pc:docMk/>
            <pc:sldMk cId="0" sldId="282"/>
            <ac:spMk id="5" creationId="{00000000-0000-0000-0000-000000000000}"/>
          </ac:spMkLst>
        </pc:spChg>
      </pc:sldChg>
      <pc:sldChg chg="modSp mod">
        <pc:chgData name="krishan murari" userId="0233c22d7614ece6" providerId="LiveId" clId="{18B82C6D-E21C-40CA-B425-481132A8A934}" dt="2024-02-20T00:50:44.178" v="1235" actId="1076"/>
        <pc:sldMkLst>
          <pc:docMk/>
          <pc:sldMk cId="0" sldId="283"/>
        </pc:sldMkLst>
        <pc:spChg chg="mod">
          <ac:chgData name="krishan murari" userId="0233c22d7614ece6" providerId="LiveId" clId="{18B82C6D-E21C-40CA-B425-481132A8A934}" dt="2024-02-20T00:50:39.945" v="1234" actId="20577"/>
          <ac:spMkLst>
            <pc:docMk/>
            <pc:sldMk cId="0" sldId="283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0:44.178" v="1235" actId="1076"/>
          <ac:spMkLst>
            <pc:docMk/>
            <pc:sldMk cId="0" sldId="283"/>
            <ac:spMk id="3" creationId="{00000000-0000-0000-0000-000000000000}"/>
          </ac:spMkLst>
        </pc:spChg>
      </pc:sldChg>
      <pc:sldChg chg="addSp delSp modSp mod">
        <pc:chgData name="krishan murari" userId="0233c22d7614ece6" providerId="LiveId" clId="{18B82C6D-E21C-40CA-B425-481132A8A934}" dt="2024-02-20T00:25:08.729" v="515" actId="403"/>
        <pc:sldMkLst>
          <pc:docMk/>
          <pc:sldMk cId="0" sldId="284"/>
        </pc:sldMkLst>
        <pc:spChg chg="del">
          <ac:chgData name="krishan murari" userId="0233c22d7614ece6" providerId="LiveId" clId="{18B82C6D-E21C-40CA-B425-481132A8A934}" dt="2024-02-20T00:23:39.073" v="484" actId="478"/>
          <ac:spMkLst>
            <pc:docMk/>
            <pc:sldMk cId="0" sldId="284"/>
            <ac:spMk id="11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23:36.450" v="483" actId="478"/>
          <ac:spMkLst>
            <pc:docMk/>
            <pc:sldMk cId="0" sldId="284"/>
            <ac:spMk id="1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25:08.729" v="515" actId="403"/>
          <ac:spMkLst>
            <pc:docMk/>
            <pc:sldMk cId="0" sldId="284"/>
            <ac:spMk id="17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25:04.200" v="508" actId="1076"/>
          <ac:spMkLst>
            <pc:docMk/>
            <pc:sldMk cId="0" sldId="284"/>
            <ac:spMk id="18" creationId="{00000000-0000-0000-0000-000000000000}"/>
          </ac:spMkLst>
        </pc:spChg>
        <pc:spChg chg="add mod ord">
          <ac:chgData name="krishan murari" userId="0233c22d7614ece6" providerId="LiveId" clId="{18B82C6D-E21C-40CA-B425-481132A8A934}" dt="2024-02-20T00:24:44.952" v="496" actId="207"/>
          <ac:spMkLst>
            <pc:docMk/>
            <pc:sldMk cId="0" sldId="284"/>
            <ac:spMk id="19" creationId="{DA34E62D-A9B8-0BA8-BCB3-73A3042D54D3}"/>
          </ac:spMkLst>
        </pc:spChg>
        <pc:grpChg chg="mod">
          <ac:chgData name="krishan murari" userId="0233c22d7614ece6" providerId="LiveId" clId="{18B82C6D-E21C-40CA-B425-481132A8A934}" dt="2024-02-20T00:23:50.033" v="487" actId="1076"/>
          <ac:grpSpMkLst>
            <pc:docMk/>
            <pc:sldMk cId="0" sldId="284"/>
            <ac:grpSpMk id="13" creationId="{00000000-0000-0000-0000-000000000000}"/>
          </ac:grpSpMkLst>
        </pc:grpChg>
      </pc:sldChg>
      <pc:sldChg chg="delSp modSp mod">
        <pc:chgData name="krishan murari" userId="0233c22d7614ece6" providerId="LiveId" clId="{18B82C6D-E21C-40CA-B425-481132A8A934}" dt="2024-02-20T00:25:49.130" v="551"/>
        <pc:sldMkLst>
          <pc:docMk/>
          <pc:sldMk cId="0" sldId="285"/>
        </pc:sldMkLst>
        <pc:spChg chg="del mod">
          <ac:chgData name="krishan murari" userId="0233c22d7614ece6" providerId="LiveId" clId="{18B82C6D-E21C-40CA-B425-481132A8A934}" dt="2024-02-20T00:25:49.130" v="551"/>
          <ac:spMkLst>
            <pc:docMk/>
            <pc:sldMk cId="0" sldId="285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25:47.944" v="549" actId="20577"/>
          <ac:spMkLst>
            <pc:docMk/>
            <pc:sldMk cId="0" sldId="285"/>
            <ac:spMk id="5" creationId="{00000000-0000-0000-0000-000000000000}"/>
          </ac:spMkLst>
        </pc:spChg>
      </pc:sldChg>
      <pc:sldChg chg="addSp delSp modSp mod">
        <pc:chgData name="krishan murari" userId="0233c22d7614ece6" providerId="LiveId" clId="{18B82C6D-E21C-40CA-B425-481132A8A934}" dt="2024-02-20T00:50:10.288" v="1230" actId="1076"/>
        <pc:sldMkLst>
          <pc:docMk/>
          <pc:sldMk cId="0" sldId="286"/>
        </pc:sldMkLst>
        <pc:spChg chg="mod">
          <ac:chgData name="krishan murari" userId="0233c22d7614ece6" providerId="LiveId" clId="{18B82C6D-E21C-40CA-B425-481132A8A934}" dt="2024-02-20T00:50:10.288" v="1230" actId="1076"/>
          <ac:spMkLst>
            <pc:docMk/>
            <pc:sldMk cId="0" sldId="286"/>
            <ac:spMk id="10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25:55.563" v="552" actId="478"/>
          <ac:spMkLst>
            <pc:docMk/>
            <pc:sldMk cId="0" sldId="286"/>
            <ac:spMk id="11" creationId="{00000000-0000-0000-0000-000000000000}"/>
          </ac:spMkLst>
        </pc:spChg>
        <pc:spChg chg="add del">
          <ac:chgData name="krishan murari" userId="0233c22d7614ece6" providerId="LiveId" clId="{18B82C6D-E21C-40CA-B425-481132A8A934}" dt="2024-02-20T00:26:16.367" v="559" actId="478"/>
          <ac:spMkLst>
            <pc:docMk/>
            <pc:sldMk cId="0" sldId="286"/>
            <ac:spMk id="1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26:18.753" v="561" actId="1076"/>
          <ac:spMkLst>
            <pc:docMk/>
            <pc:sldMk cId="0" sldId="286"/>
            <ac:spMk id="16" creationId="{00000000-0000-0000-0000-000000000000}"/>
          </ac:spMkLst>
        </pc:spChg>
        <pc:spChg chg="add del mod">
          <ac:chgData name="krishan murari" userId="0233c22d7614ece6" providerId="LiveId" clId="{18B82C6D-E21C-40CA-B425-481132A8A934}" dt="2024-02-20T00:26:43.603" v="568" actId="478"/>
          <ac:spMkLst>
            <pc:docMk/>
            <pc:sldMk cId="0" sldId="286"/>
            <ac:spMk id="17" creationId="{00000000-0000-0000-0000-000000000000}"/>
          </ac:spMkLst>
        </pc:spChg>
        <pc:spChg chg="add del mod">
          <ac:chgData name="krishan murari" userId="0233c22d7614ece6" providerId="LiveId" clId="{18B82C6D-E21C-40CA-B425-481132A8A934}" dt="2024-02-20T00:26:42.610" v="566" actId="478"/>
          <ac:spMkLst>
            <pc:docMk/>
            <pc:sldMk cId="0" sldId="286"/>
            <ac:spMk id="22" creationId="{00000000-0000-0000-0000-000000000000}"/>
          </ac:spMkLst>
        </pc:spChg>
        <pc:grpChg chg="add del mod">
          <ac:chgData name="krishan murari" userId="0233c22d7614ece6" providerId="LiveId" clId="{18B82C6D-E21C-40CA-B425-481132A8A934}" dt="2024-02-20T00:26:44.061" v="569" actId="478"/>
          <ac:grpSpMkLst>
            <pc:docMk/>
            <pc:sldMk cId="0" sldId="286"/>
            <ac:grpSpMk id="13" creationId="{00000000-0000-0000-0000-000000000000}"/>
          </ac:grpSpMkLst>
        </pc:grpChg>
        <pc:grpChg chg="add del mod">
          <ac:chgData name="krishan murari" userId="0233c22d7614ece6" providerId="LiveId" clId="{18B82C6D-E21C-40CA-B425-481132A8A934}" dt="2024-02-20T00:26:43.263" v="567" actId="478"/>
          <ac:grpSpMkLst>
            <pc:docMk/>
            <pc:sldMk cId="0" sldId="286"/>
            <ac:grpSpMk id="18" creationId="{00000000-0000-0000-0000-000000000000}"/>
          </ac:grpSpMkLst>
        </pc:grpChg>
      </pc:sldChg>
      <pc:sldChg chg="delSp modSp mod">
        <pc:chgData name="krishan murari" userId="0233c22d7614ece6" providerId="LiveId" clId="{18B82C6D-E21C-40CA-B425-481132A8A934}" dt="2024-02-20T00:50:01.521" v="1229" actId="1076"/>
        <pc:sldMkLst>
          <pc:docMk/>
          <pc:sldMk cId="0" sldId="287"/>
        </pc:sldMkLst>
        <pc:spChg chg="mod">
          <ac:chgData name="krishan murari" userId="0233c22d7614ece6" providerId="LiveId" clId="{18B82C6D-E21C-40CA-B425-481132A8A934}" dt="2024-02-20T00:49:26.446" v="1220" actId="14100"/>
          <ac:spMkLst>
            <pc:docMk/>
            <pc:sldMk cId="0" sldId="287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9:23.807" v="1219" actId="14100"/>
          <ac:spMkLst>
            <pc:docMk/>
            <pc:sldMk cId="0" sldId="287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50:01.521" v="1229" actId="1076"/>
          <ac:spMkLst>
            <pc:docMk/>
            <pc:sldMk cId="0" sldId="287"/>
            <ac:spMk id="4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27:10.073" v="572" actId="478"/>
          <ac:spMkLst>
            <pc:docMk/>
            <pc:sldMk cId="0" sldId="287"/>
            <ac:spMk id="5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9:55.799" v="1228" actId="20577"/>
          <ac:spMkLst>
            <pc:docMk/>
            <pc:sldMk cId="0" sldId="287"/>
            <ac:spMk id="6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27:38.183" v="583"/>
          <ac:spMkLst>
            <pc:docMk/>
            <pc:sldMk cId="0" sldId="287"/>
            <ac:spMk id="7" creationId="{00000000-0000-0000-0000-000000000000}"/>
          </ac:spMkLst>
        </pc:spChg>
      </pc:sldChg>
      <pc:sldChg chg="del">
        <pc:chgData name="krishan murari" userId="0233c22d7614ece6" providerId="LiveId" clId="{18B82C6D-E21C-40CA-B425-481132A8A934}" dt="2024-02-20T00:27:41.530" v="584" actId="47"/>
        <pc:sldMkLst>
          <pc:docMk/>
          <pc:sldMk cId="0" sldId="288"/>
        </pc:sldMkLst>
      </pc:sldChg>
      <pc:sldChg chg="del">
        <pc:chgData name="krishan murari" userId="0233c22d7614ece6" providerId="LiveId" clId="{18B82C6D-E21C-40CA-B425-481132A8A934}" dt="2024-02-20T00:27:43.704" v="585" actId="47"/>
        <pc:sldMkLst>
          <pc:docMk/>
          <pc:sldMk cId="0" sldId="289"/>
        </pc:sldMkLst>
      </pc:sldChg>
      <pc:sldChg chg="delSp modSp mod">
        <pc:chgData name="krishan murari" userId="0233c22d7614ece6" providerId="LiveId" clId="{18B82C6D-E21C-40CA-B425-481132A8A934}" dt="2024-02-20T00:29:53.629" v="754" actId="478"/>
        <pc:sldMkLst>
          <pc:docMk/>
          <pc:sldMk cId="0" sldId="290"/>
        </pc:sldMkLst>
        <pc:spChg chg="mod">
          <ac:chgData name="krishan murari" userId="0233c22d7614ece6" providerId="LiveId" clId="{18B82C6D-E21C-40CA-B425-481132A8A934}" dt="2024-02-20T00:29:23.463" v="675" actId="1076"/>
          <ac:spMkLst>
            <pc:docMk/>
            <pc:sldMk cId="0" sldId="290"/>
            <ac:spMk id="8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29:50.757" v="753" actId="1076"/>
          <ac:spMkLst>
            <pc:docMk/>
            <pc:sldMk cId="0" sldId="290"/>
            <ac:spMk id="9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29:53.629" v="754" actId="478"/>
          <ac:spMkLst>
            <pc:docMk/>
            <pc:sldMk cId="0" sldId="290"/>
            <ac:spMk id="10" creationId="{00000000-0000-0000-0000-000000000000}"/>
          </ac:spMkLst>
        </pc:spChg>
      </pc:sldChg>
      <pc:sldChg chg="delSp modSp mod">
        <pc:chgData name="krishan murari" userId="0233c22d7614ece6" providerId="LiveId" clId="{18B82C6D-E21C-40CA-B425-481132A8A934}" dt="2024-02-20T00:48:43.771" v="1216" actId="20577"/>
        <pc:sldMkLst>
          <pc:docMk/>
          <pc:sldMk cId="0" sldId="291"/>
        </pc:sldMkLst>
        <pc:spChg chg="mod">
          <ac:chgData name="krishan murari" userId="0233c22d7614ece6" providerId="LiveId" clId="{18B82C6D-E21C-40CA-B425-481132A8A934}" dt="2024-02-20T00:47:33.043" v="1195" actId="1076"/>
          <ac:spMkLst>
            <pc:docMk/>
            <pc:sldMk cId="0" sldId="291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7:37.244" v="1196" actId="1076"/>
          <ac:spMkLst>
            <pc:docMk/>
            <pc:sldMk cId="0" sldId="291"/>
            <ac:spMk id="3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30:08.117" v="756" actId="478"/>
          <ac:spMkLst>
            <pc:docMk/>
            <pc:sldMk cId="0" sldId="291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8:43.771" v="1216" actId="20577"/>
          <ac:spMkLst>
            <pc:docMk/>
            <pc:sldMk cId="0" sldId="291"/>
            <ac:spMk id="5" creationId="{00000000-0000-0000-0000-000000000000}"/>
          </ac:spMkLst>
        </pc:spChg>
      </pc:sldChg>
      <pc:sldChg chg="delSp modSp mod">
        <pc:chgData name="krishan murari" userId="0233c22d7614ece6" providerId="LiveId" clId="{18B82C6D-E21C-40CA-B425-481132A8A934}" dt="2024-02-20T00:47:08.469" v="1192" actId="478"/>
        <pc:sldMkLst>
          <pc:docMk/>
          <pc:sldMk cId="0" sldId="292"/>
        </pc:sldMkLst>
        <pc:spChg chg="mod">
          <ac:chgData name="krishan murari" userId="0233c22d7614ece6" providerId="LiveId" clId="{18B82C6D-E21C-40CA-B425-481132A8A934}" dt="2024-02-20T00:46:57.879" v="1189" actId="14100"/>
          <ac:spMkLst>
            <pc:docMk/>
            <pc:sldMk cId="0" sldId="292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7:05.728" v="1191" actId="1076"/>
          <ac:spMkLst>
            <pc:docMk/>
            <pc:sldMk cId="0" sldId="292"/>
            <ac:spMk id="4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30:12.769" v="757" actId="478"/>
          <ac:spMkLst>
            <pc:docMk/>
            <pc:sldMk cId="0" sldId="292"/>
            <ac:spMk id="5" creationId="{00000000-0000-0000-0000-000000000000}"/>
          </ac:spMkLst>
        </pc:spChg>
        <pc:picChg chg="del">
          <ac:chgData name="krishan murari" userId="0233c22d7614ece6" providerId="LiveId" clId="{18B82C6D-E21C-40CA-B425-481132A8A934}" dt="2024-02-20T00:47:08.469" v="1192" actId="478"/>
          <ac:picMkLst>
            <pc:docMk/>
            <pc:sldMk cId="0" sldId="292"/>
            <ac:picMk id="3" creationId="{00000000-0000-0000-0000-000000000000}"/>
          </ac:picMkLst>
        </pc:picChg>
      </pc:sldChg>
      <pc:sldChg chg="del">
        <pc:chgData name="krishan murari" userId="0233c22d7614ece6" providerId="LiveId" clId="{18B82C6D-E21C-40CA-B425-481132A8A934}" dt="2024-02-20T00:31:27.695" v="801" actId="47"/>
        <pc:sldMkLst>
          <pc:docMk/>
          <pc:sldMk cId="0" sldId="293"/>
        </pc:sldMkLst>
      </pc:sldChg>
      <pc:sldChg chg="del">
        <pc:chgData name="krishan murari" userId="0233c22d7614ece6" providerId="LiveId" clId="{18B82C6D-E21C-40CA-B425-481132A8A934}" dt="2024-02-20T00:31:30.714" v="802" actId="47"/>
        <pc:sldMkLst>
          <pc:docMk/>
          <pc:sldMk cId="0" sldId="294"/>
        </pc:sldMkLst>
      </pc:sldChg>
      <pc:sldChg chg="delSp modSp mod">
        <pc:chgData name="krishan murari" userId="0233c22d7614ece6" providerId="LiveId" clId="{18B82C6D-E21C-40CA-B425-481132A8A934}" dt="2024-02-20T00:46:36.992" v="1187" actId="1076"/>
        <pc:sldMkLst>
          <pc:docMk/>
          <pc:sldMk cId="0" sldId="295"/>
        </pc:sldMkLst>
        <pc:spChg chg="mod">
          <ac:chgData name="krishan murari" userId="0233c22d7614ece6" providerId="LiveId" clId="{18B82C6D-E21C-40CA-B425-481132A8A934}" dt="2024-02-20T00:46:22.999" v="1183" actId="14100"/>
          <ac:spMkLst>
            <pc:docMk/>
            <pc:sldMk cId="0" sldId="295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6:22.999" v="1183" actId="14100"/>
          <ac:spMkLst>
            <pc:docMk/>
            <pc:sldMk cId="0" sldId="295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6:33.232" v="1186" actId="14100"/>
          <ac:spMkLst>
            <pc:docMk/>
            <pc:sldMk cId="0" sldId="295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6:36.992" v="1187" actId="1076"/>
          <ac:spMkLst>
            <pc:docMk/>
            <pc:sldMk cId="0" sldId="295"/>
            <ac:spMk id="5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6:22.999" v="1183" actId="14100"/>
          <ac:spMkLst>
            <pc:docMk/>
            <pc:sldMk cId="0" sldId="295"/>
            <ac:spMk id="6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6:22.999" v="1183" actId="14100"/>
          <ac:spMkLst>
            <pc:docMk/>
            <pc:sldMk cId="0" sldId="295"/>
            <ac:spMk id="7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31:37.974" v="805"/>
          <ac:spMkLst>
            <pc:docMk/>
            <pc:sldMk cId="0" sldId="295"/>
            <ac:spMk id="8" creationId="{00000000-0000-0000-0000-000000000000}"/>
          </ac:spMkLst>
        </pc:spChg>
      </pc:sldChg>
      <pc:sldChg chg="delSp modSp mod">
        <pc:chgData name="krishan murari" userId="0233c22d7614ece6" providerId="LiveId" clId="{18B82C6D-E21C-40CA-B425-481132A8A934}" dt="2024-02-20T00:46:08.992" v="1181" actId="14100"/>
        <pc:sldMkLst>
          <pc:docMk/>
          <pc:sldMk cId="0" sldId="296"/>
        </pc:sldMkLst>
        <pc:spChg chg="mod">
          <ac:chgData name="krishan murari" userId="0233c22d7614ece6" providerId="LiveId" clId="{18B82C6D-E21C-40CA-B425-481132A8A934}" dt="2024-02-20T00:46:00.624" v="1179" actId="14100"/>
          <ac:spMkLst>
            <pc:docMk/>
            <pc:sldMk cId="0" sldId="296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6:00.624" v="1179" actId="14100"/>
          <ac:spMkLst>
            <pc:docMk/>
            <pc:sldMk cId="0" sldId="296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6:05.194" v="1180" actId="14100"/>
          <ac:spMkLst>
            <pc:docMk/>
            <pc:sldMk cId="0" sldId="296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6:08.992" v="1181" actId="14100"/>
          <ac:spMkLst>
            <pc:docMk/>
            <pc:sldMk cId="0" sldId="296"/>
            <ac:spMk id="5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45:43.652" v="1177" actId="478"/>
          <ac:spMkLst>
            <pc:docMk/>
            <pc:sldMk cId="0" sldId="296"/>
            <ac:spMk id="6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45:43.652" v="1177" actId="478"/>
          <ac:spMkLst>
            <pc:docMk/>
            <pc:sldMk cId="0" sldId="296"/>
            <ac:spMk id="7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31:41.636" v="808"/>
          <ac:spMkLst>
            <pc:docMk/>
            <pc:sldMk cId="0" sldId="296"/>
            <ac:spMk id="8" creationId="{00000000-0000-0000-0000-000000000000}"/>
          </ac:spMkLst>
        </pc:spChg>
      </pc:sldChg>
      <pc:sldChg chg="delSp modSp mod">
        <pc:chgData name="krishan murari" userId="0233c22d7614ece6" providerId="LiveId" clId="{18B82C6D-E21C-40CA-B425-481132A8A934}" dt="2024-02-20T00:45:05.600" v="1176" actId="1076"/>
        <pc:sldMkLst>
          <pc:docMk/>
          <pc:sldMk cId="0" sldId="297"/>
        </pc:sldMkLst>
        <pc:spChg chg="del mod">
          <ac:chgData name="krishan murari" userId="0233c22d7614ece6" providerId="LiveId" clId="{18B82C6D-E21C-40CA-B425-481132A8A934}" dt="2024-02-20T00:32:21.843" v="815"/>
          <ac:spMkLst>
            <pc:docMk/>
            <pc:sldMk cId="0" sldId="297"/>
            <ac:spMk id="5" creationId="{00000000-0000-0000-0000-000000000000}"/>
          </ac:spMkLst>
        </pc:spChg>
        <pc:picChg chg="mod modCrop">
          <ac:chgData name="krishan murari" userId="0233c22d7614ece6" providerId="LiveId" clId="{18B82C6D-E21C-40CA-B425-481132A8A934}" dt="2024-02-20T00:45:05.600" v="1176" actId="1076"/>
          <ac:picMkLst>
            <pc:docMk/>
            <pc:sldMk cId="0" sldId="297"/>
            <ac:picMk id="6" creationId="{00000000-0000-0000-0000-000000000000}"/>
          </ac:picMkLst>
        </pc:picChg>
      </pc:sldChg>
      <pc:sldChg chg="delSp modSp mod">
        <pc:chgData name="krishan murari" userId="0233c22d7614ece6" providerId="LiveId" clId="{18B82C6D-E21C-40CA-B425-481132A8A934}" dt="2024-02-20T00:43:47.785" v="1153" actId="14100"/>
        <pc:sldMkLst>
          <pc:docMk/>
          <pc:sldMk cId="0" sldId="298"/>
        </pc:sldMkLst>
        <pc:spChg chg="del mod">
          <ac:chgData name="krishan murari" userId="0233c22d7614ece6" providerId="LiveId" clId="{18B82C6D-E21C-40CA-B425-481132A8A934}" dt="2024-02-20T00:32:28.607" v="817" actId="478"/>
          <ac:spMkLst>
            <pc:docMk/>
            <pc:sldMk cId="0" sldId="298"/>
            <ac:spMk id="5" creationId="{00000000-0000-0000-0000-000000000000}"/>
          </ac:spMkLst>
        </pc:spChg>
        <pc:picChg chg="mod modCrop">
          <ac:chgData name="krishan murari" userId="0233c22d7614ece6" providerId="LiveId" clId="{18B82C6D-E21C-40CA-B425-481132A8A934}" dt="2024-02-20T00:43:47.785" v="1153" actId="14100"/>
          <ac:picMkLst>
            <pc:docMk/>
            <pc:sldMk cId="0" sldId="298"/>
            <ac:picMk id="6" creationId="{00000000-0000-0000-0000-000000000000}"/>
          </ac:picMkLst>
        </pc:picChg>
      </pc:sldChg>
      <pc:sldChg chg="modSp mod">
        <pc:chgData name="krishan murari" userId="0233c22d7614ece6" providerId="LiveId" clId="{18B82C6D-E21C-40CA-B425-481132A8A934}" dt="2024-02-20T00:43:14.554" v="1147" actId="1076"/>
        <pc:sldMkLst>
          <pc:docMk/>
          <pc:sldMk cId="0" sldId="299"/>
        </pc:sldMkLst>
        <pc:spChg chg="mod">
          <ac:chgData name="krishan murari" userId="0233c22d7614ece6" providerId="LiveId" clId="{18B82C6D-E21C-40CA-B425-481132A8A934}" dt="2024-02-20T00:43:11.669" v="1146" actId="255"/>
          <ac:spMkLst>
            <pc:docMk/>
            <pc:sldMk cId="0" sldId="299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3:14.554" v="1147" actId="1076"/>
          <ac:spMkLst>
            <pc:docMk/>
            <pc:sldMk cId="0" sldId="299"/>
            <ac:spMk id="3" creationId="{00000000-0000-0000-0000-000000000000}"/>
          </ac:spMkLst>
        </pc:spChg>
      </pc:sldChg>
      <pc:sldChg chg="modSp mod">
        <pc:chgData name="krishan murari" userId="0233c22d7614ece6" providerId="LiveId" clId="{18B82C6D-E21C-40CA-B425-481132A8A934}" dt="2024-02-20T00:42:34.322" v="1143" actId="1076"/>
        <pc:sldMkLst>
          <pc:docMk/>
          <pc:sldMk cId="0" sldId="300"/>
        </pc:sldMkLst>
        <pc:spChg chg="mod">
          <ac:chgData name="krishan murari" userId="0233c22d7614ece6" providerId="LiveId" clId="{18B82C6D-E21C-40CA-B425-481132A8A934}" dt="2024-02-20T00:42:18.075" v="1140" actId="255"/>
          <ac:spMkLst>
            <pc:docMk/>
            <pc:sldMk cId="0" sldId="300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2:18.075" v="1140" actId="255"/>
          <ac:spMkLst>
            <pc:docMk/>
            <pc:sldMk cId="0" sldId="300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2:34.322" v="1143" actId="1076"/>
          <ac:spMkLst>
            <pc:docMk/>
            <pc:sldMk cId="0" sldId="300"/>
            <ac:spMk id="4" creationId="{00000000-0000-0000-0000-000000000000}"/>
          </ac:spMkLst>
        </pc:spChg>
      </pc:sldChg>
      <pc:sldChg chg="modSp mod">
        <pc:chgData name="krishan murari" userId="0233c22d7614ece6" providerId="LiveId" clId="{18B82C6D-E21C-40CA-B425-481132A8A934}" dt="2024-02-20T00:36:50.671" v="980" actId="20577"/>
        <pc:sldMkLst>
          <pc:docMk/>
          <pc:sldMk cId="0" sldId="301"/>
        </pc:sldMkLst>
        <pc:spChg chg="mod">
          <ac:chgData name="krishan murari" userId="0233c22d7614ece6" providerId="LiveId" clId="{18B82C6D-E21C-40CA-B425-481132A8A934}" dt="2024-02-20T00:36:50.671" v="980" actId="20577"/>
          <ac:spMkLst>
            <pc:docMk/>
            <pc:sldMk cId="0" sldId="301"/>
            <ac:spMk id="8" creationId="{00000000-0000-0000-0000-000000000000}"/>
          </ac:spMkLst>
        </pc:spChg>
      </pc:sldChg>
      <pc:sldChg chg="delSp modSp mod">
        <pc:chgData name="krishan murari" userId="0233c22d7614ece6" providerId="LiveId" clId="{18B82C6D-E21C-40CA-B425-481132A8A934}" dt="2024-02-20T00:42:02.266" v="1139" actId="1076"/>
        <pc:sldMkLst>
          <pc:docMk/>
          <pc:sldMk cId="0" sldId="302"/>
        </pc:sldMkLst>
        <pc:spChg chg="mod">
          <ac:chgData name="krishan murari" userId="0233c22d7614ece6" providerId="LiveId" clId="{18B82C6D-E21C-40CA-B425-481132A8A934}" dt="2024-02-20T00:41:16.856" v="1125" actId="1076"/>
          <ac:spMkLst>
            <pc:docMk/>
            <pc:sldMk cId="0" sldId="302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1:13.617" v="1124" actId="1076"/>
          <ac:spMkLst>
            <pc:docMk/>
            <pc:sldMk cId="0" sldId="302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1:42.933" v="1132" actId="1076"/>
          <ac:spMkLst>
            <pc:docMk/>
            <pc:sldMk cId="0" sldId="302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1:48.681" v="1134" actId="1076"/>
          <ac:spMkLst>
            <pc:docMk/>
            <pc:sldMk cId="0" sldId="302"/>
            <ac:spMk id="5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2:02.266" v="1139" actId="1076"/>
          <ac:spMkLst>
            <pc:docMk/>
            <pc:sldMk cId="0" sldId="302"/>
            <ac:spMk id="6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1:27.928" v="1128" actId="14100"/>
          <ac:spMkLst>
            <pc:docMk/>
            <pc:sldMk cId="0" sldId="302"/>
            <ac:spMk id="7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41:00.025" v="1121" actId="478"/>
          <ac:spMkLst>
            <pc:docMk/>
            <pc:sldMk cId="0" sldId="302"/>
            <ac:spMk id="8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41:52.257" v="1136" actId="478"/>
          <ac:spMkLst>
            <pc:docMk/>
            <pc:sldMk cId="0" sldId="302"/>
            <ac:spMk id="9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37:01.678" v="981" actId="478"/>
          <ac:spMkLst>
            <pc:docMk/>
            <pc:sldMk cId="0" sldId="302"/>
            <ac:spMk id="10" creationId="{00000000-0000-0000-0000-000000000000}"/>
          </ac:spMkLst>
        </pc:spChg>
      </pc:sldChg>
      <pc:sldChg chg="modSp mod">
        <pc:chgData name="krishan murari" userId="0233c22d7614ece6" providerId="LiveId" clId="{18B82C6D-E21C-40CA-B425-481132A8A934}" dt="2024-02-20T00:40:22.382" v="1104" actId="1076"/>
        <pc:sldMkLst>
          <pc:docMk/>
          <pc:sldMk cId="0" sldId="303"/>
        </pc:sldMkLst>
        <pc:spChg chg="mod">
          <ac:chgData name="krishan murari" userId="0233c22d7614ece6" providerId="LiveId" clId="{18B82C6D-E21C-40CA-B425-481132A8A934}" dt="2024-02-20T00:40:08.807" v="1101" actId="1076"/>
          <ac:spMkLst>
            <pc:docMk/>
            <pc:sldMk cId="0" sldId="303"/>
            <ac:spMk id="2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0:22.382" v="1104" actId="1076"/>
          <ac:spMkLst>
            <pc:docMk/>
            <pc:sldMk cId="0" sldId="303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40:18.174" v="1103" actId="1076"/>
          <ac:spMkLst>
            <pc:docMk/>
            <pc:sldMk cId="0" sldId="303"/>
            <ac:spMk id="4" creationId="{00000000-0000-0000-0000-000000000000}"/>
          </ac:spMkLst>
        </pc:spChg>
      </pc:sldChg>
      <pc:sldChg chg="delSp modSp mod">
        <pc:chgData name="krishan murari" userId="0233c22d7614ece6" providerId="LiveId" clId="{18B82C6D-E21C-40CA-B425-481132A8A934}" dt="2024-02-20T00:39:33.891" v="1085" actId="1076"/>
        <pc:sldMkLst>
          <pc:docMk/>
          <pc:sldMk cId="0" sldId="304"/>
        </pc:sldMkLst>
        <pc:spChg chg="mod">
          <ac:chgData name="krishan murari" userId="0233c22d7614ece6" providerId="LiveId" clId="{18B82C6D-E21C-40CA-B425-481132A8A934}" dt="2024-02-20T00:39:33.891" v="1085" actId="1076"/>
          <ac:spMkLst>
            <pc:docMk/>
            <pc:sldMk cId="0" sldId="304"/>
            <ac:spMk id="2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39:21.116" v="1082" actId="478"/>
          <ac:spMkLst>
            <pc:docMk/>
            <pc:sldMk cId="0" sldId="304"/>
            <ac:spMk id="3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39:25.712" v="1083" actId="1076"/>
          <ac:spMkLst>
            <pc:docMk/>
            <pc:sldMk cId="0" sldId="304"/>
            <ac:spMk id="4" creationId="{00000000-0000-0000-0000-000000000000}"/>
          </ac:spMkLst>
        </pc:spChg>
        <pc:spChg chg="mod">
          <ac:chgData name="krishan murari" userId="0233c22d7614ece6" providerId="LiveId" clId="{18B82C6D-E21C-40CA-B425-481132A8A934}" dt="2024-02-20T00:38:58.537" v="1077" actId="255"/>
          <ac:spMkLst>
            <pc:docMk/>
            <pc:sldMk cId="0" sldId="304"/>
            <ac:spMk id="5" creationId="{00000000-0000-0000-0000-000000000000}"/>
          </ac:spMkLst>
        </pc:spChg>
        <pc:spChg chg="del mod">
          <ac:chgData name="krishan murari" userId="0233c22d7614ece6" providerId="LiveId" clId="{18B82C6D-E21C-40CA-B425-481132A8A934}" dt="2024-02-20T00:38:05.447" v="1051"/>
          <ac:spMkLst>
            <pc:docMk/>
            <pc:sldMk cId="0" sldId="304"/>
            <ac:spMk id="6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38:05.446" v="1049" actId="478"/>
          <ac:spMkLst>
            <pc:docMk/>
            <pc:sldMk cId="0" sldId="304"/>
            <ac:spMk id="7" creationId="{00000000-0000-0000-0000-000000000000}"/>
          </ac:spMkLst>
        </pc:spChg>
      </pc:sldChg>
      <pc:sldChg chg="del">
        <pc:chgData name="krishan murari" userId="0233c22d7614ece6" providerId="LiveId" clId="{18B82C6D-E21C-40CA-B425-481132A8A934}" dt="2024-02-20T00:38:09.042" v="1052" actId="47"/>
        <pc:sldMkLst>
          <pc:docMk/>
          <pc:sldMk cId="0" sldId="305"/>
        </pc:sldMkLst>
      </pc:sldChg>
      <pc:sldChg chg="del">
        <pc:chgData name="krishan murari" userId="0233c22d7614ece6" providerId="LiveId" clId="{18B82C6D-E21C-40CA-B425-481132A8A934}" dt="2024-02-20T00:38:11.946" v="1053" actId="47"/>
        <pc:sldMkLst>
          <pc:docMk/>
          <pc:sldMk cId="0" sldId="306"/>
        </pc:sldMkLst>
      </pc:sldChg>
      <pc:sldChg chg="delSp del mod">
        <pc:chgData name="krishan murari" userId="0233c22d7614ece6" providerId="LiveId" clId="{18B82C6D-E21C-40CA-B425-481132A8A934}" dt="2024-02-20T00:38:33.115" v="1056" actId="47"/>
        <pc:sldMkLst>
          <pc:docMk/>
          <pc:sldMk cId="0" sldId="307"/>
        </pc:sldMkLst>
        <pc:spChg chg="del">
          <ac:chgData name="krishan murari" userId="0233c22d7614ece6" providerId="LiveId" clId="{18B82C6D-E21C-40CA-B425-481132A8A934}" dt="2024-02-20T00:38:17.890" v="1054" actId="478"/>
          <ac:spMkLst>
            <pc:docMk/>
            <pc:sldMk cId="0" sldId="307"/>
            <ac:spMk id="4" creationId="{00000000-0000-0000-0000-000000000000}"/>
          </ac:spMkLst>
        </pc:spChg>
        <pc:spChg chg="del">
          <ac:chgData name="krishan murari" userId="0233c22d7614ece6" providerId="LiveId" clId="{18B82C6D-E21C-40CA-B425-481132A8A934}" dt="2024-02-20T00:38:22.794" v="1055" actId="478"/>
          <ac:spMkLst>
            <pc:docMk/>
            <pc:sldMk cId="0" sldId="307"/>
            <ac:spMk id="5" creationId="{00000000-0000-0000-0000-000000000000}"/>
          </ac:spMkLst>
        </pc:spChg>
      </pc:sldChg>
      <pc:sldChg chg="del">
        <pc:chgData name="krishan murari" userId="0233c22d7614ece6" providerId="LiveId" clId="{18B82C6D-E21C-40CA-B425-481132A8A934}" dt="2024-02-20T00:38:34.383" v="1057" actId="47"/>
        <pc:sldMkLst>
          <pc:docMk/>
          <pc:sldMk cId="0" sldId="308"/>
        </pc:sldMkLst>
      </pc:sldChg>
      <pc:sldChg chg="del">
        <pc:chgData name="krishan murari" userId="0233c22d7614ece6" providerId="LiveId" clId="{18B82C6D-E21C-40CA-B425-481132A8A934}" dt="2024-02-20T00:38:35.186" v="1058" actId="47"/>
        <pc:sldMkLst>
          <pc:docMk/>
          <pc:sldMk cId="0" sldId="309"/>
        </pc:sldMkLst>
      </pc:sldChg>
      <pc:sldChg chg="del">
        <pc:chgData name="krishan murari" userId="0233c22d7614ece6" providerId="LiveId" clId="{18B82C6D-E21C-40CA-B425-481132A8A934}" dt="2024-02-20T00:38:35.448" v="1059" actId="47"/>
        <pc:sldMkLst>
          <pc:docMk/>
          <pc:sldMk cId="0" sldId="310"/>
        </pc:sldMkLst>
      </pc:sldChg>
      <pc:sldChg chg="del">
        <pc:chgData name="krishan murari" userId="0233c22d7614ece6" providerId="LiveId" clId="{18B82C6D-E21C-40CA-B425-481132A8A934}" dt="2024-02-20T00:38:35.685" v="1060" actId="47"/>
        <pc:sldMkLst>
          <pc:docMk/>
          <pc:sldMk cId="0" sldId="311"/>
        </pc:sldMkLst>
      </pc:sldChg>
      <pc:sldChg chg="del">
        <pc:chgData name="krishan murari" userId="0233c22d7614ece6" providerId="LiveId" clId="{18B82C6D-E21C-40CA-B425-481132A8A934}" dt="2024-02-20T00:38:35.953" v="1061" actId="47"/>
        <pc:sldMkLst>
          <pc:docMk/>
          <pc:sldMk cId="0" sldId="312"/>
        </pc:sldMkLst>
      </pc:sldChg>
      <pc:sldChg chg="del">
        <pc:chgData name="krishan murari" userId="0233c22d7614ece6" providerId="LiveId" clId="{18B82C6D-E21C-40CA-B425-481132A8A934}" dt="2024-02-20T00:38:36.188" v="1062" actId="47"/>
        <pc:sldMkLst>
          <pc:docMk/>
          <pc:sldMk cId="0" sldId="313"/>
        </pc:sldMkLst>
      </pc:sldChg>
      <pc:sldChg chg="del">
        <pc:chgData name="krishan murari" userId="0233c22d7614ece6" providerId="LiveId" clId="{18B82C6D-E21C-40CA-B425-481132A8A934}" dt="2024-02-20T00:38:36.394" v="1063" actId="47"/>
        <pc:sldMkLst>
          <pc:docMk/>
          <pc:sldMk cId="0" sldId="314"/>
        </pc:sldMkLst>
      </pc:sldChg>
      <pc:sldChg chg="del">
        <pc:chgData name="krishan murari" userId="0233c22d7614ece6" providerId="LiveId" clId="{18B82C6D-E21C-40CA-B425-481132A8A934}" dt="2024-02-20T00:38:36.646" v="1064" actId="47"/>
        <pc:sldMkLst>
          <pc:docMk/>
          <pc:sldMk cId="0" sldId="315"/>
        </pc:sldMkLst>
      </pc:sldChg>
      <pc:sldChg chg="del">
        <pc:chgData name="krishan murari" userId="0233c22d7614ece6" providerId="LiveId" clId="{18B82C6D-E21C-40CA-B425-481132A8A934}" dt="2024-02-20T00:38:36.940" v="1065" actId="47"/>
        <pc:sldMkLst>
          <pc:docMk/>
          <pc:sldMk cId="0" sldId="316"/>
        </pc:sldMkLst>
      </pc:sldChg>
      <pc:sldChg chg="del">
        <pc:chgData name="krishan murari" userId="0233c22d7614ece6" providerId="LiveId" clId="{18B82C6D-E21C-40CA-B425-481132A8A934}" dt="2024-02-20T00:38:37.492" v="1066" actId="47"/>
        <pc:sldMkLst>
          <pc:docMk/>
          <pc:sldMk cId="0" sldId="317"/>
        </pc:sldMkLst>
      </pc:sldChg>
      <pc:sldChg chg="del">
        <pc:chgData name="krishan murari" userId="0233c22d7614ece6" providerId="LiveId" clId="{18B82C6D-E21C-40CA-B425-481132A8A934}" dt="2024-02-20T00:38:37.967" v="1067" actId="47"/>
        <pc:sldMkLst>
          <pc:docMk/>
          <pc:sldMk cId="0" sldId="318"/>
        </pc:sldMkLst>
      </pc:sldChg>
      <pc:sldChg chg="del">
        <pc:chgData name="krishan murari" userId="0233c22d7614ece6" providerId="LiveId" clId="{18B82C6D-E21C-40CA-B425-481132A8A934}" dt="2024-02-20T00:38:38.697" v="1068" actId="47"/>
        <pc:sldMkLst>
          <pc:docMk/>
          <pc:sldMk cId="0" sldId="319"/>
        </pc:sldMkLst>
      </pc:sldChg>
      <pc:sldChg chg="del">
        <pc:chgData name="krishan murari" userId="0233c22d7614ece6" providerId="LiveId" clId="{18B82C6D-E21C-40CA-B425-481132A8A934}" dt="2024-02-20T00:38:39.586" v="1069" actId="47"/>
        <pc:sldMkLst>
          <pc:docMk/>
          <pc:sldMk cId="0" sldId="320"/>
        </pc:sldMkLst>
      </pc:sldChg>
      <pc:sldChg chg="del">
        <pc:chgData name="krishan murari" userId="0233c22d7614ece6" providerId="LiveId" clId="{18B82C6D-E21C-40CA-B425-481132A8A934}" dt="2024-02-20T00:38:40.234" v="1070" actId="47"/>
        <pc:sldMkLst>
          <pc:docMk/>
          <pc:sldMk cId="0" sldId="321"/>
        </pc:sldMkLst>
      </pc:sldChg>
      <pc:sldChg chg="del">
        <pc:chgData name="krishan murari" userId="0233c22d7614ece6" providerId="LiveId" clId="{18B82C6D-E21C-40CA-B425-481132A8A934}" dt="2024-02-20T00:38:40.981" v="1071" actId="47"/>
        <pc:sldMkLst>
          <pc:docMk/>
          <pc:sldMk cId="0" sldId="322"/>
        </pc:sldMkLst>
      </pc:sldChg>
      <pc:sldChg chg="del">
        <pc:chgData name="krishan murari" userId="0233c22d7614ece6" providerId="LiveId" clId="{18B82C6D-E21C-40CA-B425-481132A8A934}" dt="2024-02-20T00:38:41.631" v="1072" actId="47"/>
        <pc:sldMkLst>
          <pc:docMk/>
          <pc:sldMk cId="0" sldId="323"/>
        </pc:sldMkLst>
      </pc:sldChg>
      <pc:sldChg chg="del">
        <pc:chgData name="krishan murari" userId="0233c22d7614ece6" providerId="LiveId" clId="{18B82C6D-E21C-40CA-B425-481132A8A934}" dt="2024-02-20T00:38:42.279" v="1073" actId="47"/>
        <pc:sldMkLst>
          <pc:docMk/>
          <pc:sldMk cId="0" sldId="324"/>
        </pc:sldMkLst>
      </pc:sldChg>
      <pc:sldChg chg="del">
        <pc:chgData name="krishan murari" userId="0233c22d7614ece6" providerId="LiveId" clId="{18B82C6D-E21C-40CA-B425-481132A8A934}" dt="2024-02-20T00:38:42.947" v="1074" actId="47"/>
        <pc:sldMkLst>
          <pc:docMk/>
          <pc:sldMk cId="0" sldId="325"/>
        </pc:sldMkLst>
      </pc:sldChg>
      <pc:sldChg chg="del">
        <pc:chgData name="krishan murari" userId="0233c22d7614ece6" providerId="LiveId" clId="{18B82C6D-E21C-40CA-B425-481132A8A934}" dt="2024-02-20T00:38:43.670" v="1075" actId="47"/>
        <pc:sldMkLst>
          <pc:docMk/>
          <pc:sldMk cId="0" sldId="326"/>
        </pc:sldMkLst>
      </pc:sldChg>
      <pc:sldChg chg="del">
        <pc:chgData name="krishan murari" userId="0233c22d7614ece6" providerId="LiveId" clId="{18B82C6D-E21C-40CA-B425-481132A8A934}" dt="2024-02-20T00:38:45.244" v="1076" actId="47"/>
        <pc:sldMkLst>
          <pc:docMk/>
          <pc:sldMk cId="0" sldId="327"/>
        </pc:sldMkLst>
      </pc:sldChg>
      <pc:sldChg chg="add del">
        <pc:chgData name="krishan murari" userId="0233c22d7614ece6" providerId="LiveId" clId="{18B82C6D-E21C-40CA-B425-481132A8A934}" dt="2024-02-20T00:27:06.015" v="571"/>
        <pc:sldMkLst>
          <pc:docMk/>
          <pc:sldMk cId="383268953" sldId="32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15892" y="885856"/>
            <a:ext cx="10833735" cy="1726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000" b="0" i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480" y="3038892"/>
            <a:ext cx="7581899" cy="708659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0480" y="376234"/>
            <a:ext cx="9582149" cy="252412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600" b="1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9836" y="577854"/>
            <a:ext cx="17049749" cy="88582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194481" y="683157"/>
            <a:ext cx="13091794" cy="1947545"/>
          </a:xfrm>
          <a:custGeom>
            <a:avLst/>
            <a:gdLst/>
            <a:ahLst/>
            <a:cxnLst/>
            <a:rect l="l" t="t" r="r" b="b"/>
            <a:pathLst>
              <a:path w="13091794" h="1947545">
                <a:moveTo>
                  <a:pt x="923912" y="709206"/>
                </a:moveTo>
                <a:lnTo>
                  <a:pt x="918095" y="657644"/>
                </a:lnTo>
                <a:lnTo>
                  <a:pt x="901192" y="610082"/>
                </a:lnTo>
                <a:lnTo>
                  <a:pt x="877506" y="565912"/>
                </a:lnTo>
                <a:lnTo>
                  <a:pt x="848995" y="523633"/>
                </a:lnTo>
                <a:lnTo>
                  <a:pt x="837476" y="507707"/>
                </a:lnTo>
                <a:lnTo>
                  <a:pt x="827278" y="491909"/>
                </a:lnTo>
                <a:lnTo>
                  <a:pt x="817143" y="475919"/>
                </a:lnTo>
                <a:lnTo>
                  <a:pt x="814539" y="472109"/>
                </a:lnTo>
                <a:lnTo>
                  <a:pt x="805853" y="459435"/>
                </a:lnTo>
                <a:lnTo>
                  <a:pt x="791121" y="437769"/>
                </a:lnTo>
                <a:lnTo>
                  <a:pt x="786790" y="431393"/>
                </a:lnTo>
                <a:lnTo>
                  <a:pt x="779551" y="425488"/>
                </a:lnTo>
                <a:lnTo>
                  <a:pt x="772312" y="419582"/>
                </a:lnTo>
                <a:lnTo>
                  <a:pt x="754024" y="417525"/>
                </a:lnTo>
                <a:lnTo>
                  <a:pt x="724763" y="419188"/>
                </a:lnTo>
                <a:lnTo>
                  <a:pt x="716305" y="419912"/>
                </a:lnTo>
                <a:lnTo>
                  <a:pt x="708761" y="421767"/>
                </a:lnTo>
                <a:lnTo>
                  <a:pt x="699820" y="423710"/>
                </a:lnTo>
                <a:lnTo>
                  <a:pt x="691908" y="426554"/>
                </a:lnTo>
                <a:lnTo>
                  <a:pt x="688530" y="428231"/>
                </a:lnTo>
                <a:lnTo>
                  <a:pt x="685126" y="429971"/>
                </a:lnTo>
                <a:lnTo>
                  <a:pt x="683526" y="434060"/>
                </a:lnTo>
                <a:lnTo>
                  <a:pt x="675754" y="436537"/>
                </a:lnTo>
                <a:lnTo>
                  <a:pt x="669848" y="441210"/>
                </a:lnTo>
                <a:lnTo>
                  <a:pt x="665988" y="447624"/>
                </a:lnTo>
                <a:lnTo>
                  <a:pt x="663155" y="454863"/>
                </a:lnTo>
                <a:lnTo>
                  <a:pt x="634263" y="543052"/>
                </a:lnTo>
                <a:lnTo>
                  <a:pt x="632294" y="544601"/>
                </a:lnTo>
                <a:lnTo>
                  <a:pt x="628357" y="547700"/>
                </a:lnTo>
                <a:lnTo>
                  <a:pt x="625843" y="561162"/>
                </a:lnTo>
                <a:lnTo>
                  <a:pt x="621944" y="564184"/>
                </a:lnTo>
                <a:lnTo>
                  <a:pt x="619988" y="565696"/>
                </a:lnTo>
                <a:lnTo>
                  <a:pt x="618705" y="572477"/>
                </a:lnTo>
                <a:lnTo>
                  <a:pt x="616267" y="578751"/>
                </a:lnTo>
                <a:lnTo>
                  <a:pt x="614349" y="580174"/>
                </a:lnTo>
                <a:lnTo>
                  <a:pt x="612432" y="581609"/>
                </a:lnTo>
                <a:lnTo>
                  <a:pt x="611771" y="586803"/>
                </a:lnTo>
                <a:lnTo>
                  <a:pt x="608901" y="590664"/>
                </a:lnTo>
                <a:lnTo>
                  <a:pt x="584847" y="631418"/>
                </a:lnTo>
                <a:lnTo>
                  <a:pt x="557542" y="670039"/>
                </a:lnTo>
                <a:lnTo>
                  <a:pt x="528193" y="706907"/>
                </a:lnTo>
                <a:lnTo>
                  <a:pt x="495642" y="741476"/>
                </a:lnTo>
                <a:lnTo>
                  <a:pt x="492874" y="745096"/>
                </a:lnTo>
                <a:lnTo>
                  <a:pt x="488861" y="748372"/>
                </a:lnTo>
                <a:lnTo>
                  <a:pt x="486067" y="752055"/>
                </a:lnTo>
                <a:lnTo>
                  <a:pt x="481787" y="756043"/>
                </a:lnTo>
                <a:lnTo>
                  <a:pt x="477266" y="760679"/>
                </a:lnTo>
                <a:lnTo>
                  <a:pt x="482866" y="770763"/>
                </a:lnTo>
                <a:lnTo>
                  <a:pt x="489115" y="772236"/>
                </a:lnTo>
                <a:lnTo>
                  <a:pt x="493674" y="771017"/>
                </a:lnTo>
                <a:lnTo>
                  <a:pt x="507072" y="768108"/>
                </a:lnTo>
                <a:lnTo>
                  <a:pt x="519709" y="767168"/>
                </a:lnTo>
                <a:lnTo>
                  <a:pt x="533412" y="766965"/>
                </a:lnTo>
                <a:lnTo>
                  <a:pt x="546493" y="764895"/>
                </a:lnTo>
                <a:lnTo>
                  <a:pt x="554139" y="762762"/>
                </a:lnTo>
                <a:lnTo>
                  <a:pt x="560222" y="757643"/>
                </a:lnTo>
                <a:lnTo>
                  <a:pt x="567550" y="752805"/>
                </a:lnTo>
                <a:lnTo>
                  <a:pt x="601751" y="720991"/>
                </a:lnTo>
                <a:lnTo>
                  <a:pt x="632866" y="686612"/>
                </a:lnTo>
                <a:lnTo>
                  <a:pt x="663194" y="650735"/>
                </a:lnTo>
                <a:lnTo>
                  <a:pt x="690321" y="612571"/>
                </a:lnTo>
                <a:lnTo>
                  <a:pt x="692302" y="607479"/>
                </a:lnTo>
                <a:lnTo>
                  <a:pt x="695591" y="602564"/>
                </a:lnTo>
                <a:lnTo>
                  <a:pt x="704253" y="594296"/>
                </a:lnTo>
                <a:lnTo>
                  <a:pt x="708393" y="597674"/>
                </a:lnTo>
                <a:lnTo>
                  <a:pt x="710882" y="601776"/>
                </a:lnTo>
                <a:lnTo>
                  <a:pt x="707402" y="607225"/>
                </a:lnTo>
                <a:lnTo>
                  <a:pt x="708126" y="612343"/>
                </a:lnTo>
                <a:lnTo>
                  <a:pt x="712990" y="617372"/>
                </a:lnTo>
                <a:lnTo>
                  <a:pt x="710844" y="622871"/>
                </a:lnTo>
                <a:lnTo>
                  <a:pt x="709955" y="628662"/>
                </a:lnTo>
                <a:lnTo>
                  <a:pt x="714794" y="633742"/>
                </a:lnTo>
                <a:lnTo>
                  <a:pt x="713079" y="634644"/>
                </a:lnTo>
                <a:lnTo>
                  <a:pt x="713917" y="635990"/>
                </a:lnTo>
                <a:lnTo>
                  <a:pt x="714933" y="636866"/>
                </a:lnTo>
                <a:lnTo>
                  <a:pt x="712889" y="642124"/>
                </a:lnTo>
                <a:lnTo>
                  <a:pt x="712177" y="647433"/>
                </a:lnTo>
                <a:lnTo>
                  <a:pt x="715810" y="652119"/>
                </a:lnTo>
                <a:lnTo>
                  <a:pt x="715606" y="656132"/>
                </a:lnTo>
                <a:lnTo>
                  <a:pt x="714159" y="659853"/>
                </a:lnTo>
                <a:lnTo>
                  <a:pt x="716457" y="695934"/>
                </a:lnTo>
                <a:lnTo>
                  <a:pt x="721296" y="760501"/>
                </a:lnTo>
                <a:lnTo>
                  <a:pt x="722477" y="792441"/>
                </a:lnTo>
                <a:lnTo>
                  <a:pt x="724598" y="821994"/>
                </a:lnTo>
                <a:lnTo>
                  <a:pt x="725487" y="851204"/>
                </a:lnTo>
                <a:lnTo>
                  <a:pt x="726059" y="909218"/>
                </a:lnTo>
                <a:lnTo>
                  <a:pt x="725373" y="924991"/>
                </a:lnTo>
                <a:lnTo>
                  <a:pt x="723849" y="932383"/>
                </a:lnTo>
                <a:lnTo>
                  <a:pt x="723544" y="940181"/>
                </a:lnTo>
                <a:lnTo>
                  <a:pt x="720382" y="990295"/>
                </a:lnTo>
                <a:lnTo>
                  <a:pt x="713511" y="1039406"/>
                </a:lnTo>
                <a:lnTo>
                  <a:pt x="705332" y="1088415"/>
                </a:lnTo>
                <a:lnTo>
                  <a:pt x="695807" y="1137348"/>
                </a:lnTo>
                <a:lnTo>
                  <a:pt x="682586" y="1185291"/>
                </a:lnTo>
                <a:lnTo>
                  <a:pt x="668032" y="1233157"/>
                </a:lnTo>
                <a:lnTo>
                  <a:pt x="649732" y="1283652"/>
                </a:lnTo>
                <a:lnTo>
                  <a:pt x="631444" y="1334058"/>
                </a:lnTo>
                <a:lnTo>
                  <a:pt x="625411" y="1339088"/>
                </a:lnTo>
                <a:lnTo>
                  <a:pt x="624052" y="1346060"/>
                </a:lnTo>
                <a:lnTo>
                  <a:pt x="623862" y="1353540"/>
                </a:lnTo>
                <a:lnTo>
                  <a:pt x="621906" y="1355064"/>
                </a:lnTo>
                <a:lnTo>
                  <a:pt x="617994" y="1358125"/>
                </a:lnTo>
                <a:lnTo>
                  <a:pt x="615492" y="1371536"/>
                </a:lnTo>
                <a:lnTo>
                  <a:pt x="612076" y="1373327"/>
                </a:lnTo>
                <a:lnTo>
                  <a:pt x="608647" y="1375130"/>
                </a:lnTo>
                <a:lnTo>
                  <a:pt x="608711" y="1381963"/>
                </a:lnTo>
                <a:lnTo>
                  <a:pt x="606425" y="1387817"/>
                </a:lnTo>
                <a:lnTo>
                  <a:pt x="604583" y="1389037"/>
                </a:lnTo>
                <a:lnTo>
                  <a:pt x="602742" y="1390269"/>
                </a:lnTo>
                <a:lnTo>
                  <a:pt x="601294" y="1393990"/>
                </a:lnTo>
                <a:lnTo>
                  <a:pt x="600989" y="1398282"/>
                </a:lnTo>
                <a:lnTo>
                  <a:pt x="599287" y="1399133"/>
                </a:lnTo>
                <a:lnTo>
                  <a:pt x="598792" y="1400441"/>
                </a:lnTo>
                <a:lnTo>
                  <a:pt x="599440" y="1402257"/>
                </a:lnTo>
                <a:lnTo>
                  <a:pt x="596087" y="1403858"/>
                </a:lnTo>
                <a:lnTo>
                  <a:pt x="594410" y="1404658"/>
                </a:lnTo>
                <a:lnTo>
                  <a:pt x="593775" y="1409788"/>
                </a:lnTo>
                <a:lnTo>
                  <a:pt x="592124" y="1414056"/>
                </a:lnTo>
                <a:lnTo>
                  <a:pt x="575005" y="1444002"/>
                </a:lnTo>
                <a:lnTo>
                  <a:pt x="567651" y="1459395"/>
                </a:lnTo>
                <a:lnTo>
                  <a:pt x="557999" y="1473644"/>
                </a:lnTo>
                <a:lnTo>
                  <a:pt x="558469" y="1475943"/>
                </a:lnTo>
                <a:lnTo>
                  <a:pt x="557288" y="1482483"/>
                </a:lnTo>
                <a:lnTo>
                  <a:pt x="562559" y="1475955"/>
                </a:lnTo>
                <a:lnTo>
                  <a:pt x="566851" y="1471917"/>
                </a:lnTo>
                <a:lnTo>
                  <a:pt x="568159" y="1472082"/>
                </a:lnTo>
                <a:lnTo>
                  <a:pt x="569531" y="1475549"/>
                </a:lnTo>
                <a:lnTo>
                  <a:pt x="569772" y="1478432"/>
                </a:lnTo>
                <a:lnTo>
                  <a:pt x="570268" y="1480667"/>
                </a:lnTo>
                <a:lnTo>
                  <a:pt x="539280" y="1525206"/>
                </a:lnTo>
                <a:lnTo>
                  <a:pt x="506260" y="1568018"/>
                </a:lnTo>
                <a:lnTo>
                  <a:pt x="471131" y="1609191"/>
                </a:lnTo>
                <a:lnTo>
                  <a:pt x="435063" y="1649298"/>
                </a:lnTo>
                <a:lnTo>
                  <a:pt x="429348" y="1653476"/>
                </a:lnTo>
                <a:lnTo>
                  <a:pt x="424802" y="1658175"/>
                </a:lnTo>
                <a:lnTo>
                  <a:pt x="330225" y="1740027"/>
                </a:lnTo>
                <a:lnTo>
                  <a:pt x="329184" y="1740941"/>
                </a:lnTo>
                <a:lnTo>
                  <a:pt x="329184" y="1742643"/>
                </a:lnTo>
                <a:lnTo>
                  <a:pt x="327990" y="1742249"/>
                </a:lnTo>
                <a:lnTo>
                  <a:pt x="329184" y="1742643"/>
                </a:lnTo>
                <a:lnTo>
                  <a:pt x="329184" y="1740941"/>
                </a:lnTo>
                <a:lnTo>
                  <a:pt x="328155" y="1741830"/>
                </a:lnTo>
                <a:lnTo>
                  <a:pt x="326720" y="1742020"/>
                </a:lnTo>
                <a:lnTo>
                  <a:pt x="325170" y="1742503"/>
                </a:lnTo>
                <a:lnTo>
                  <a:pt x="323646" y="1746415"/>
                </a:lnTo>
                <a:lnTo>
                  <a:pt x="320865" y="1746554"/>
                </a:lnTo>
                <a:lnTo>
                  <a:pt x="318960" y="1747926"/>
                </a:lnTo>
                <a:lnTo>
                  <a:pt x="317995" y="1750402"/>
                </a:lnTo>
                <a:lnTo>
                  <a:pt x="315239" y="1750491"/>
                </a:lnTo>
                <a:lnTo>
                  <a:pt x="313347" y="1751863"/>
                </a:lnTo>
                <a:lnTo>
                  <a:pt x="312356" y="1754403"/>
                </a:lnTo>
                <a:lnTo>
                  <a:pt x="309613" y="1754428"/>
                </a:lnTo>
                <a:lnTo>
                  <a:pt x="307721" y="1755800"/>
                </a:lnTo>
                <a:lnTo>
                  <a:pt x="306705" y="1758403"/>
                </a:lnTo>
                <a:lnTo>
                  <a:pt x="303974" y="1758429"/>
                </a:lnTo>
                <a:lnTo>
                  <a:pt x="302094" y="1759750"/>
                </a:lnTo>
                <a:lnTo>
                  <a:pt x="301078" y="1762340"/>
                </a:lnTo>
                <a:lnTo>
                  <a:pt x="298373" y="1762315"/>
                </a:lnTo>
                <a:lnTo>
                  <a:pt x="296494" y="1763623"/>
                </a:lnTo>
                <a:lnTo>
                  <a:pt x="295452" y="1766290"/>
                </a:lnTo>
                <a:lnTo>
                  <a:pt x="292773" y="1766189"/>
                </a:lnTo>
                <a:lnTo>
                  <a:pt x="290893" y="1767509"/>
                </a:lnTo>
                <a:lnTo>
                  <a:pt x="289852" y="1770164"/>
                </a:lnTo>
                <a:lnTo>
                  <a:pt x="288925" y="1770748"/>
                </a:lnTo>
                <a:lnTo>
                  <a:pt x="287693" y="1770684"/>
                </a:lnTo>
                <a:lnTo>
                  <a:pt x="285889" y="1771954"/>
                </a:lnTo>
                <a:lnTo>
                  <a:pt x="285508" y="1773097"/>
                </a:lnTo>
                <a:lnTo>
                  <a:pt x="284264" y="1774050"/>
                </a:lnTo>
                <a:lnTo>
                  <a:pt x="281571" y="1773948"/>
                </a:lnTo>
                <a:lnTo>
                  <a:pt x="280771" y="1774482"/>
                </a:lnTo>
                <a:lnTo>
                  <a:pt x="280771" y="1793481"/>
                </a:lnTo>
                <a:lnTo>
                  <a:pt x="280619" y="1793875"/>
                </a:lnTo>
                <a:lnTo>
                  <a:pt x="279273" y="1793836"/>
                </a:lnTo>
                <a:lnTo>
                  <a:pt x="280771" y="1793481"/>
                </a:lnTo>
                <a:lnTo>
                  <a:pt x="280771" y="1774482"/>
                </a:lnTo>
                <a:lnTo>
                  <a:pt x="279742" y="1775142"/>
                </a:lnTo>
                <a:lnTo>
                  <a:pt x="278663" y="1777923"/>
                </a:lnTo>
                <a:lnTo>
                  <a:pt x="277368" y="1777885"/>
                </a:lnTo>
                <a:lnTo>
                  <a:pt x="277368" y="1795221"/>
                </a:lnTo>
                <a:lnTo>
                  <a:pt x="277190" y="1795678"/>
                </a:lnTo>
                <a:lnTo>
                  <a:pt x="275869" y="1796186"/>
                </a:lnTo>
                <a:lnTo>
                  <a:pt x="276948" y="1796275"/>
                </a:lnTo>
                <a:lnTo>
                  <a:pt x="276567" y="1797278"/>
                </a:lnTo>
                <a:lnTo>
                  <a:pt x="275602" y="1796288"/>
                </a:lnTo>
                <a:lnTo>
                  <a:pt x="275869" y="1796186"/>
                </a:lnTo>
                <a:lnTo>
                  <a:pt x="275640" y="1796173"/>
                </a:lnTo>
                <a:lnTo>
                  <a:pt x="275780" y="1795805"/>
                </a:lnTo>
                <a:lnTo>
                  <a:pt x="277368" y="1795221"/>
                </a:lnTo>
                <a:lnTo>
                  <a:pt x="277368" y="1777885"/>
                </a:lnTo>
                <a:lnTo>
                  <a:pt x="275971" y="1777834"/>
                </a:lnTo>
                <a:lnTo>
                  <a:pt x="274142" y="1779028"/>
                </a:lnTo>
                <a:lnTo>
                  <a:pt x="273062" y="1781810"/>
                </a:lnTo>
                <a:lnTo>
                  <a:pt x="270395" y="1781657"/>
                </a:lnTo>
                <a:lnTo>
                  <a:pt x="268541" y="1782902"/>
                </a:lnTo>
                <a:lnTo>
                  <a:pt x="267474" y="1785632"/>
                </a:lnTo>
                <a:lnTo>
                  <a:pt x="264807" y="1785480"/>
                </a:lnTo>
                <a:lnTo>
                  <a:pt x="262966" y="1786724"/>
                </a:lnTo>
                <a:lnTo>
                  <a:pt x="261924" y="1789391"/>
                </a:lnTo>
                <a:lnTo>
                  <a:pt x="259232" y="1789303"/>
                </a:lnTo>
                <a:lnTo>
                  <a:pt x="257390" y="1790547"/>
                </a:lnTo>
                <a:lnTo>
                  <a:pt x="256374" y="1793151"/>
                </a:lnTo>
                <a:lnTo>
                  <a:pt x="202018" y="1824228"/>
                </a:lnTo>
                <a:lnTo>
                  <a:pt x="195783" y="1829727"/>
                </a:lnTo>
                <a:lnTo>
                  <a:pt x="188671" y="1833994"/>
                </a:lnTo>
                <a:lnTo>
                  <a:pt x="180543" y="1837372"/>
                </a:lnTo>
                <a:lnTo>
                  <a:pt x="173621" y="1841157"/>
                </a:lnTo>
                <a:lnTo>
                  <a:pt x="172542" y="1840395"/>
                </a:lnTo>
                <a:lnTo>
                  <a:pt x="171577" y="1839404"/>
                </a:lnTo>
                <a:lnTo>
                  <a:pt x="169849" y="1836826"/>
                </a:lnTo>
                <a:lnTo>
                  <a:pt x="170357" y="1835531"/>
                </a:lnTo>
                <a:lnTo>
                  <a:pt x="169862" y="1833295"/>
                </a:lnTo>
                <a:lnTo>
                  <a:pt x="161925" y="1836191"/>
                </a:lnTo>
                <a:lnTo>
                  <a:pt x="154139" y="1838680"/>
                </a:lnTo>
                <a:lnTo>
                  <a:pt x="147662" y="1844802"/>
                </a:lnTo>
                <a:lnTo>
                  <a:pt x="146735" y="1847164"/>
                </a:lnTo>
                <a:lnTo>
                  <a:pt x="144703" y="1848891"/>
                </a:lnTo>
                <a:lnTo>
                  <a:pt x="143192" y="1849297"/>
                </a:lnTo>
                <a:lnTo>
                  <a:pt x="141668" y="1849691"/>
                </a:lnTo>
                <a:lnTo>
                  <a:pt x="145643" y="1846465"/>
                </a:lnTo>
                <a:lnTo>
                  <a:pt x="147662" y="1844802"/>
                </a:lnTo>
                <a:lnTo>
                  <a:pt x="145973" y="1845640"/>
                </a:lnTo>
                <a:lnTo>
                  <a:pt x="143027" y="1846199"/>
                </a:lnTo>
                <a:lnTo>
                  <a:pt x="141947" y="1848980"/>
                </a:lnTo>
                <a:lnTo>
                  <a:pt x="140868" y="1848802"/>
                </a:lnTo>
                <a:lnTo>
                  <a:pt x="140868" y="1855241"/>
                </a:lnTo>
                <a:lnTo>
                  <a:pt x="139623" y="1854949"/>
                </a:lnTo>
                <a:lnTo>
                  <a:pt x="139852" y="1854365"/>
                </a:lnTo>
                <a:lnTo>
                  <a:pt x="140868" y="1855241"/>
                </a:lnTo>
                <a:lnTo>
                  <a:pt x="140868" y="1848802"/>
                </a:lnTo>
                <a:lnTo>
                  <a:pt x="138125" y="1848307"/>
                </a:lnTo>
                <a:lnTo>
                  <a:pt x="134810" y="1849805"/>
                </a:lnTo>
                <a:lnTo>
                  <a:pt x="132245" y="1852891"/>
                </a:lnTo>
                <a:lnTo>
                  <a:pt x="129717" y="1852383"/>
                </a:lnTo>
                <a:lnTo>
                  <a:pt x="128028" y="1853222"/>
                </a:lnTo>
                <a:lnTo>
                  <a:pt x="125806" y="1855431"/>
                </a:lnTo>
                <a:lnTo>
                  <a:pt x="124409" y="1855495"/>
                </a:lnTo>
                <a:lnTo>
                  <a:pt x="123024" y="1855571"/>
                </a:lnTo>
                <a:lnTo>
                  <a:pt x="122796" y="1855698"/>
                </a:lnTo>
                <a:lnTo>
                  <a:pt x="122796" y="1859635"/>
                </a:lnTo>
                <a:lnTo>
                  <a:pt x="121412" y="1859711"/>
                </a:lnTo>
                <a:lnTo>
                  <a:pt x="120116" y="1859546"/>
                </a:lnTo>
                <a:lnTo>
                  <a:pt x="121462" y="1859597"/>
                </a:lnTo>
                <a:lnTo>
                  <a:pt x="122796" y="1859635"/>
                </a:lnTo>
                <a:lnTo>
                  <a:pt x="122796" y="1855698"/>
                </a:lnTo>
                <a:lnTo>
                  <a:pt x="121285" y="1856524"/>
                </a:lnTo>
                <a:lnTo>
                  <a:pt x="120205" y="1859305"/>
                </a:lnTo>
                <a:lnTo>
                  <a:pt x="118884" y="1859203"/>
                </a:lnTo>
                <a:lnTo>
                  <a:pt x="117449" y="1859394"/>
                </a:lnTo>
                <a:lnTo>
                  <a:pt x="115760" y="1860232"/>
                </a:lnTo>
                <a:lnTo>
                  <a:pt x="108254" y="1862010"/>
                </a:lnTo>
                <a:lnTo>
                  <a:pt x="100304" y="1864906"/>
                </a:lnTo>
                <a:lnTo>
                  <a:pt x="94221" y="1870024"/>
                </a:lnTo>
                <a:lnTo>
                  <a:pt x="88265" y="1871319"/>
                </a:lnTo>
                <a:lnTo>
                  <a:pt x="82359" y="1872488"/>
                </a:lnTo>
                <a:lnTo>
                  <a:pt x="77990" y="1876717"/>
                </a:lnTo>
                <a:lnTo>
                  <a:pt x="74066" y="1876285"/>
                </a:lnTo>
                <a:lnTo>
                  <a:pt x="71755" y="1878711"/>
                </a:lnTo>
                <a:lnTo>
                  <a:pt x="68351" y="1880450"/>
                </a:lnTo>
                <a:lnTo>
                  <a:pt x="66827" y="1880870"/>
                </a:lnTo>
                <a:lnTo>
                  <a:pt x="65303" y="1881289"/>
                </a:lnTo>
                <a:lnTo>
                  <a:pt x="51574" y="1885061"/>
                </a:lnTo>
                <a:lnTo>
                  <a:pt x="51219" y="1885175"/>
                </a:lnTo>
                <a:lnTo>
                  <a:pt x="51219" y="1920913"/>
                </a:lnTo>
                <a:lnTo>
                  <a:pt x="49999" y="1920570"/>
                </a:lnTo>
                <a:lnTo>
                  <a:pt x="51219" y="1920913"/>
                </a:lnTo>
                <a:lnTo>
                  <a:pt x="51219" y="1885175"/>
                </a:lnTo>
                <a:lnTo>
                  <a:pt x="34658" y="1889975"/>
                </a:lnTo>
                <a:lnTo>
                  <a:pt x="25552" y="1892350"/>
                </a:lnTo>
                <a:lnTo>
                  <a:pt x="17970" y="1894344"/>
                </a:lnTo>
                <a:lnTo>
                  <a:pt x="7861" y="1895805"/>
                </a:lnTo>
                <a:lnTo>
                  <a:pt x="635" y="1896846"/>
                </a:lnTo>
                <a:lnTo>
                  <a:pt x="4546" y="1904301"/>
                </a:lnTo>
                <a:lnTo>
                  <a:pt x="0" y="1912480"/>
                </a:lnTo>
                <a:lnTo>
                  <a:pt x="7785" y="1917001"/>
                </a:lnTo>
                <a:lnTo>
                  <a:pt x="8636" y="1918296"/>
                </a:lnTo>
                <a:lnTo>
                  <a:pt x="9779" y="1918868"/>
                </a:lnTo>
                <a:lnTo>
                  <a:pt x="11163" y="1918804"/>
                </a:lnTo>
                <a:lnTo>
                  <a:pt x="13474" y="1923376"/>
                </a:lnTo>
                <a:lnTo>
                  <a:pt x="7073" y="1929320"/>
                </a:lnTo>
                <a:lnTo>
                  <a:pt x="13677" y="1933333"/>
                </a:lnTo>
                <a:lnTo>
                  <a:pt x="19837" y="1942045"/>
                </a:lnTo>
                <a:lnTo>
                  <a:pt x="27686" y="1946363"/>
                </a:lnTo>
                <a:lnTo>
                  <a:pt x="36804" y="1947468"/>
                </a:lnTo>
                <a:lnTo>
                  <a:pt x="46697" y="1946541"/>
                </a:lnTo>
                <a:lnTo>
                  <a:pt x="101003" y="1933105"/>
                </a:lnTo>
                <a:lnTo>
                  <a:pt x="153555" y="1913648"/>
                </a:lnTo>
                <a:lnTo>
                  <a:pt x="199631" y="1893341"/>
                </a:lnTo>
                <a:lnTo>
                  <a:pt x="245059" y="1871192"/>
                </a:lnTo>
                <a:lnTo>
                  <a:pt x="287464" y="1846300"/>
                </a:lnTo>
                <a:lnTo>
                  <a:pt x="329209" y="1819617"/>
                </a:lnTo>
                <a:lnTo>
                  <a:pt x="370281" y="1791144"/>
                </a:lnTo>
                <a:lnTo>
                  <a:pt x="408305" y="1759991"/>
                </a:lnTo>
                <a:lnTo>
                  <a:pt x="446836" y="1727555"/>
                </a:lnTo>
                <a:lnTo>
                  <a:pt x="483489" y="1692948"/>
                </a:lnTo>
                <a:lnTo>
                  <a:pt x="518007" y="1656803"/>
                </a:lnTo>
                <a:lnTo>
                  <a:pt x="550240" y="1619542"/>
                </a:lnTo>
                <a:lnTo>
                  <a:pt x="581367" y="1581632"/>
                </a:lnTo>
                <a:lnTo>
                  <a:pt x="609015" y="1542148"/>
                </a:lnTo>
                <a:lnTo>
                  <a:pt x="635546" y="1502016"/>
                </a:lnTo>
                <a:lnTo>
                  <a:pt x="659790" y="1460779"/>
                </a:lnTo>
                <a:lnTo>
                  <a:pt x="681736" y="1418437"/>
                </a:lnTo>
                <a:lnTo>
                  <a:pt x="701382" y="1374990"/>
                </a:lnTo>
                <a:lnTo>
                  <a:pt x="719912" y="1330909"/>
                </a:lnTo>
                <a:lnTo>
                  <a:pt x="736142" y="1285748"/>
                </a:lnTo>
                <a:lnTo>
                  <a:pt x="750074" y="1239481"/>
                </a:lnTo>
                <a:lnTo>
                  <a:pt x="762889" y="1192580"/>
                </a:lnTo>
                <a:lnTo>
                  <a:pt x="773391" y="1144600"/>
                </a:lnTo>
                <a:lnTo>
                  <a:pt x="782789" y="1095997"/>
                </a:lnTo>
                <a:lnTo>
                  <a:pt x="789940" y="1042644"/>
                </a:lnTo>
                <a:lnTo>
                  <a:pt x="795604" y="989634"/>
                </a:lnTo>
                <a:lnTo>
                  <a:pt x="797433" y="935926"/>
                </a:lnTo>
                <a:lnTo>
                  <a:pt x="797661" y="907351"/>
                </a:lnTo>
                <a:lnTo>
                  <a:pt x="797864" y="882345"/>
                </a:lnTo>
                <a:lnTo>
                  <a:pt x="796912" y="828802"/>
                </a:lnTo>
                <a:lnTo>
                  <a:pt x="793445" y="774712"/>
                </a:lnTo>
                <a:lnTo>
                  <a:pt x="791260" y="727849"/>
                </a:lnTo>
                <a:lnTo>
                  <a:pt x="777011" y="585978"/>
                </a:lnTo>
                <a:lnTo>
                  <a:pt x="776401" y="584047"/>
                </a:lnTo>
                <a:lnTo>
                  <a:pt x="774585" y="581698"/>
                </a:lnTo>
                <a:lnTo>
                  <a:pt x="773976" y="579767"/>
                </a:lnTo>
                <a:lnTo>
                  <a:pt x="774992" y="577164"/>
                </a:lnTo>
                <a:lnTo>
                  <a:pt x="774941" y="573798"/>
                </a:lnTo>
                <a:lnTo>
                  <a:pt x="776947" y="572135"/>
                </a:lnTo>
                <a:lnTo>
                  <a:pt x="778802" y="570877"/>
                </a:lnTo>
                <a:lnTo>
                  <a:pt x="780732" y="572922"/>
                </a:lnTo>
                <a:lnTo>
                  <a:pt x="779995" y="574814"/>
                </a:lnTo>
                <a:lnTo>
                  <a:pt x="792111" y="589191"/>
                </a:lnTo>
                <a:lnTo>
                  <a:pt x="802576" y="604316"/>
                </a:lnTo>
                <a:lnTo>
                  <a:pt x="812673" y="620382"/>
                </a:lnTo>
                <a:lnTo>
                  <a:pt x="821334" y="636625"/>
                </a:lnTo>
                <a:lnTo>
                  <a:pt x="826681" y="647395"/>
                </a:lnTo>
                <a:lnTo>
                  <a:pt x="833475" y="657936"/>
                </a:lnTo>
                <a:lnTo>
                  <a:pt x="840638" y="667550"/>
                </a:lnTo>
                <a:lnTo>
                  <a:pt x="849439" y="676452"/>
                </a:lnTo>
                <a:lnTo>
                  <a:pt x="863358" y="696696"/>
                </a:lnTo>
                <a:lnTo>
                  <a:pt x="881621" y="709295"/>
                </a:lnTo>
                <a:lnTo>
                  <a:pt x="901814" y="713435"/>
                </a:lnTo>
                <a:lnTo>
                  <a:pt x="923912" y="709206"/>
                </a:lnTo>
                <a:close/>
              </a:path>
              <a:path w="13091794" h="1947545">
                <a:moveTo>
                  <a:pt x="9717684" y="67348"/>
                </a:moveTo>
                <a:lnTo>
                  <a:pt x="9671012" y="0"/>
                </a:lnTo>
                <a:lnTo>
                  <a:pt x="9624085" y="67348"/>
                </a:lnTo>
                <a:lnTo>
                  <a:pt x="9663938" y="67348"/>
                </a:lnTo>
                <a:lnTo>
                  <a:pt x="9663938" y="616432"/>
                </a:lnTo>
                <a:lnTo>
                  <a:pt x="9622434" y="616432"/>
                </a:lnTo>
                <a:lnTo>
                  <a:pt x="9669361" y="683780"/>
                </a:lnTo>
                <a:lnTo>
                  <a:pt x="9716033" y="616432"/>
                </a:lnTo>
                <a:lnTo>
                  <a:pt x="9678086" y="616432"/>
                </a:lnTo>
                <a:lnTo>
                  <a:pt x="9678086" y="67348"/>
                </a:lnTo>
                <a:lnTo>
                  <a:pt x="9717684" y="67348"/>
                </a:lnTo>
                <a:close/>
              </a:path>
              <a:path w="13091794" h="1947545">
                <a:moveTo>
                  <a:pt x="13091719" y="709206"/>
                </a:moveTo>
                <a:lnTo>
                  <a:pt x="13085915" y="657644"/>
                </a:lnTo>
                <a:lnTo>
                  <a:pt x="13068999" y="610082"/>
                </a:lnTo>
                <a:lnTo>
                  <a:pt x="13045313" y="565912"/>
                </a:lnTo>
                <a:lnTo>
                  <a:pt x="13016802" y="523633"/>
                </a:lnTo>
                <a:lnTo>
                  <a:pt x="13005295" y="507707"/>
                </a:lnTo>
                <a:lnTo>
                  <a:pt x="12995085" y="491909"/>
                </a:lnTo>
                <a:lnTo>
                  <a:pt x="12984963" y="475919"/>
                </a:lnTo>
                <a:lnTo>
                  <a:pt x="12982359" y="472109"/>
                </a:lnTo>
                <a:lnTo>
                  <a:pt x="12973672" y="459435"/>
                </a:lnTo>
                <a:lnTo>
                  <a:pt x="12958940" y="437769"/>
                </a:lnTo>
                <a:lnTo>
                  <a:pt x="12954610" y="431393"/>
                </a:lnTo>
                <a:lnTo>
                  <a:pt x="12947358" y="425488"/>
                </a:lnTo>
                <a:lnTo>
                  <a:pt x="12940119" y="419582"/>
                </a:lnTo>
                <a:lnTo>
                  <a:pt x="12921844" y="417525"/>
                </a:lnTo>
                <a:lnTo>
                  <a:pt x="12892570" y="419188"/>
                </a:lnTo>
                <a:lnTo>
                  <a:pt x="12884112" y="419912"/>
                </a:lnTo>
                <a:lnTo>
                  <a:pt x="12876581" y="421767"/>
                </a:lnTo>
                <a:lnTo>
                  <a:pt x="12867640" y="423710"/>
                </a:lnTo>
                <a:lnTo>
                  <a:pt x="12859715" y="426554"/>
                </a:lnTo>
                <a:lnTo>
                  <a:pt x="12856337" y="428244"/>
                </a:lnTo>
                <a:lnTo>
                  <a:pt x="12852934" y="429971"/>
                </a:lnTo>
                <a:lnTo>
                  <a:pt x="12851346" y="434060"/>
                </a:lnTo>
                <a:lnTo>
                  <a:pt x="12843574" y="436537"/>
                </a:lnTo>
                <a:lnTo>
                  <a:pt x="12837655" y="441210"/>
                </a:lnTo>
                <a:lnTo>
                  <a:pt x="12833795" y="447624"/>
                </a:lnTo>
                <a:lnTo>
                  <a:pt x="12830975" y="454863"/>
                </a:lnTo>
                <a:lnTo>
                  <a:pt x="12802083" y="543052"/>
                </a:lnTo>
                <a:lnTo>
                  <a:pt x="12800114" y="544601"/>
                </a:lnTo>
                <a:lnTo>
                  <a:pt x="12796177" y="547700"/>
                </a:lnTo>
                <a:lnTo>
                  <a:pt x="12793663" y="561162"/>
                </a:lnTo>
                <a:lnTo>
                  <a:pt x="12789764" y="564184"/>
                </a:lnTo>
                <a:lnTo>
                  <a:pt x="12787808" y="565696"/>
                </a:lnTo>
                <a:lnTo>
                  <a:pt x="12786525" y="572477"/>
                </a:lnTo>
                <a:lnTo>
                  <a:pt x="12784087" y="578751"/>
                </a:lnTo>
                <a:lnTo>
                  <a:pt x="12782169" y="580174"/>
                </a:lnTo>
                <a:lnTo>
                  <a:pt x="12780239" y="581609"/>
                </a:lnTo>
                <a:lnTo>
                  <a:pt x="12779578" y="586803"/>
                </a:lnTo>
                <a:lnTo>
                  <a:pt x="12776721" y="590664"/>
                </a:lnTo>
                <a:lnTo>
                  <a:pt x="12752667" y="631418"/>
                </a:lnTo>
                <a:lnTo>
                  <a:pt x="12725362" y="670039"/>
                </a:lnTo>
                <a:lnTo>
                  <a:pt x="12696000" y="706907"/>
                </a:lnTo>
                <a:lnTo>
                  <a:pt x="12663462" y="741476"/>
                </a:lnTo>
                <a:lnTo>
                  <a:pt x="12660681" y="745096"/>
                </a:lnTo>
                <a:lnTo>
                  <a:pt x="12656680" y="748372"/>
                </a:lnTo>
                <a:lnTo>
                  <a:pt x="12653886" y="752055"/>
                </a:lnTo>
                <a:lnTo>
                  <a:pt x="12649607" y="756043"/>
                </a:lnTo>
                <a:lnTo>
                  <a:pt x="12645073" y="760679"/>
                </a:lnTo>
                <a:lnTo>
                  <a:pt x="12650686" y="770763"/>
                </a:lnTo>
                <a:lnTo>
                  <a:pt x="12656922" y="772236"/>
                </a:lnTo>
                <a:lnTo>
                  <a:pt x="12661494" y="771017"/>
                </a:lnTo>
                <a:lnTo>
                  <a:pt x="12674892" y="768108"/>
                </a:lnTo>
                <a:lnTo>
                  <a:pt x="12687516" y="767168"/>
                </a:lnTo>
                <a:lnTo>
                  <a:pt x="12701232" y="766965"/>
                </a:lnTo>
                <a:lnTo>
                  <a:pt x="12714300" y="764895"/>
                </a:lnTo>
                <a:lnTo>
                  <a:pt x="12721946" y="762762"/>
                </a:lnTo>
                <a:lnTo>
                  <a:pt x="12728029" y="757643"/>
                </a:lnTo>
                <a:lnTo>
                  <a:pt x="12735370" y="752805"/>
                </a:lnTo>
                <a:lnTo>
                  <a:pt x="12769571" y="720991"/>
                </a:lnTo>
                <a:lnTo>
                  <a:pt x="12800673" y="686612"/>
                </a:lnTo>
                <a:lnTo>
                  <a:pt x="12831013" y="650735"/>
                </a:lnTo>
                <a:lnTo>
                  <a:pt x="12858141" y="612571"/>
                </a:lnTo>
                <a:lnTo>
                  <a:pt x="12860122" y="607479"/>
                </a:lnTo>
                <a:lnTo>
                  <a:pt x="12863398" y="602564"/>
                </a:lnTo>
                <a:lnTo>
                  <a:pt x="12872072" y="594296"/>
                </a:lnTo>
                <a:lnTo>
                  <a:pt x="12876213" y="597674"/>
                </a:lnTo>
                <a:lnTo>
                  <a:pt x="12878702" y="601776"/>
                </a:lnTo>
                <a:lnTo>
                  <a:pt x="12875209" y="607225"/>
                </a:lnTo>
                <a:lnTo>
                  <a:pt x="12875946" y="612343"/>
                </a:lnTo>
                <a:lnTo>
                  <a:pt x="12880797" y="617372"/>
                </a:lnTo>
                <a:lnTo>
                  <a:pt x="12878664" y="622871"/>
                </a:lnTo>
                <a:lnTo>
                  <a:pt x="12877775" y="628662"/>
                </a:lnTo>
                <a:lnTo>
                  <a:pt x="12882601" y="633742"/>
                </a:lnTo>
                <a:lnTo>
                  <a:pt x="12880886" y="634644"/>
                </a:lnTo>
                <a:lnTo>
                  <a:pt x="12881724" y="635990"/>
                </a:lnTo>
                <a:lnTo>
                  <a:pt x="12882753" y="636866"/>
                </a:lnTo>
                <a:lnTo>
                  <a:pt x="12880696" y="642124"/>
                </a:lnTo>
                <a:lnTo>
                  <a:pt x="12879997" y="647433"/>
                </a:lnTo>
                <a:lnTo>
                  <a:pt x="12883617" y="652119"/>
                </a:lnTo>
                <a:lnTo>
                  <a:pt x="12883426" y="656132"/>
                </a:lnTo>
                <a:lnTo>
                  <a:pt x="12881978" y="659853"/>
                </a:lnTo>
                <a:lnTo>
                  <a:pt x="12884277" y="695934"/>
                </a:lnTo>
                <a:lnTo>
                  <a:pt x="12889116" y="760501"/>
                </a:lnTo>
                <a:lnTo>
                  <a:pt x="12890297" y="792441"/>
                </a:lnTo>
                <a:lnTo>
                  <a:pt x="12892418" y="821994"/>
                </a:lnTo>
                <a:lnTo>
                  <a:pt x="12893307" y="851204"/>
                </a:lnTo>
                <a:lnTo>
                  <a:pt x="12893878" y="909218"/>
                </a:lnTo>
                <a:lnTo>
                  <a:pt x="12893180" y="924991"/>
                </a:lnTo>
                <a:lnTo>
                  <a:pt x="12891669" y="932383"/>
                </a:lnTo>
                <a:lnTo>
                  <a:pt x="12891364" y="940181"/>
                </a:lnTo>
                <a:lnTo>
                  <a:pt x="12888189" y="990295"/>
                </a:lnTo>
                <a:lnTo>
                  <a:pt x="12881331" y="1039406"/>
                </a:lnTo>
                <a:lnTo>
                  <a:pt x="12873139" y="1088415"/>
                </a:lnTo>
                <a:lnTo>
                  <a:pt x="12863627" y="1137348"/>
                </a:lnTo>
                <a:lnTo>
                  <a:pt x="12850406" y="1185291"/>
                </a:lnTo>
                <a:lnTo>
                  <a:pt x="12835852" y="1233157"/>
                </a:lnTo>
                <a:lnTo>
                  <a:pt x="12817539" y="1283652"/>
                </a:lnTo>
                <a:lnTo>
                  <a:pt x="12799263" y="1334058"/>
                </a:lnTo>
                <a:lnTo>
                  <a:pt x="12793218" y="1339088"/>
                </a:lnTo>
                <a:lnTo>
                  <a:pt x="12791872" y="1346060"/>
                </a:lnTo>
                <a:lnTo>
                  <a:pt x="12791681" y="1353540"/>
                </a:lnTo>
                <a:lnTo>
                  <a:pt x="12789726" y="1355064"/>
                </a:lnTo>
                <a:lnTo>
                  <a:pt x="12785801" y="1358125"/>
                </a:lnTo>
                <a:lnTo>
                  <a:pt x="12783312" y="1371536"/>
                </a:lnTo>
                <a:lnTo>
                  <a:pt x="12779883" y="1373327"/>
                </a:lnTo>
                <a:lnTo>
                  <a:pt x="12776454" y="1375130"/>
                </a:lnTo>
                <a:lnTo>
                  <a:pt x="12776518" y="1381963"/>
                </a:lnTo>
                <a:lnTo>
                  <a:pt x="12774232" y="1387830"/>
                </a:lnTo>
                <a:lnTo>
                  <a:pt x="12772403" y="1389037"/>
                </a:lnTo>
                <a:lnTo>
                  <a:pt x="12770561" y="1390269"/>
                </a:lnTo>
                <a:lnTo>
                  <a:pt x="12769114" y="1393990"/>
                </a:lnTo>
                <a:lnTo>
                  <a:pt x="12768796" y="1398295"/>
                </a:lnTo>
                <a:lnTo>
                  <a:pt x="12767107" y="1399133"/>
                </a:lnTo>
                <a:lnTo>
                  <a:pt x="12766599" y="1400441"/>
                </a:lnTo>
                <a:lnTo>
                  <a:pt x="12767259" y="1402257"/>
                </a:lnTo>
                <a:lnTo>
                  <a:pt x="12763907" y="1403858"/>
                </a:lnTo>
                <a:lnTo>
                  <a:pt x="12762230" y="1404658"/>
                </a:lnTo>
                <a:lnTo>
                  <a:pt x="12761595" y="1409788"/>
                </a:lnTo>
                <a:lnTo>
                  <a:pt x="12759931" y="1414056"/>
                </a:lnTo>
                <a:lnTo>
                  <a:pt x="12742812" y="1444002"/>
                </a:lnTo>
                <a:lnTo>
                  <a:pt x="12735459" y="1459395"/>
                </a:lnTo>
                <a:lnTo>
                  <a:pt x="12725819" y="1473644"/>
                </a:lnTo>
                <a:lnTo>
                  <a:pt x="12726289" y="1475943"/>
                </a:lnTo>
                <a:lnTo>
                  <a:pt x="12725095" y="1482496"/>
                </a:lnTo>
                <a:lnTo>
                  <a:pt x="12730366" y="1475955"/>
                </a:lnTo>
                <a:lnTo>
                  <a:pt x="12734671" y="1471917"/>
                </a:lnTo>
                <a:lnTo>
                  <a:pt x="12735967" y="1472082"/>
                </a:lnTo>
                <a:lnTo>
                  <a:pt x="12737351" y="1475549"/>
                </a:lnTo>
                <a:lnTo>
                  <a:pt x="12737579" y="1478432"/>
                </a:lnTo>
                <a:lnTo>
                  <a:pt x="12738075" y="1480667"/>
                </a:lnTo>
                <a:lnTo>
                  <a:pt x="12707099" y="1525206"/>
                </a:lnTo>
                <a:lnTo>
                  <a:pt x="12674067" y="1568018"/>
                </a:lnTo>
                <a:lnTo>
                  <a:pt x="12638951" y="1609191"/>
                </a:lnTo>
                <a:lnTo>
                  <a:pt x="12602883" y="1649298"/>
                </a:lnTo>
                <a:lnTo>
                  <a:pt x="12597168" y="1653476"/>
                </a:lnTo>
                <a:lnTo>
                  <a:pt x="12592609" y="1658175"/>
                </a:lnTo>
                <a:lnTo>
                  <a:pt x="12498032" y="1740027"/>
                </a:lnTo>
                <a:lnTo>
                  <a:pt x="12497003" y="1740928"/>
                </a:lnTo>
                <a:lnTo>
                  <a:pt x="12497003" y="1742643"/>
                </a:lnTo>
                <a:lnTo>
                  <a:pt x="12495809" y="1742249"/>
                </a:lnTo>
                <a:lnTo>
                  <a:pt x="12497003" y="1742643"/>
                </a:lnTo>
                <a:lnTo>
                  <a:pt x="12497003" y="1740928"/>
                </a:lnTo>
                <a:lnTo>
                  <a:pt x="12495962" y="1741830"/>
                </a:lnTo>
                <a:lnTo>
                  <a:pt x="12494527" y="1742020"/>
                </a:lnTo>
                <a:lnTo>
                  <a:pt x="12492977" y="1742503"/>
                </a:lnTo>
                <a:lnTo>
                  <a:pt x="12491453" y="1746415"/>
                </a:lnTo>
                <a:lnTo>
                  <a:pt x="12488672" y="1746554"/>
                </a:lnTo>
                <a:lnTo>
                  <a:pt x="12486780" y="1747926"/>
                </a:lnTo>
                <a:lnTo>
                  <a:pt x="12485815" y="1750402"/>
                </a:lnTo>
                <a:lnTo>
                  <a:pt x="12483059" y="1750491"/>
                </a:lnTo>
                <a:lnTo>
                  <a:pt x="12481154" y="1751863"/>
                </a:lnTo>
                <a:lnTo>
                  <a:pt x="12480163" y="1754403"/>
                </a:lnTo>
                <a:lnTo>
                  <a:pt x="12477433" y="1754428"/>
                </a:lnTo>
                <a:lnTo>
                  <a:pt x="12475528" y="1755800"/>
                </a:lnTo>
                <a:lnTo>
                  <a:pt x="12474524" y="1758403"/>
                </a:lnTo>
                <a:lnTo>
                  <a:pt x="12471781" y="1758429"/>
                </a:lnTo>
                <a:lnTo>
                  <a:pt x="12469914" y="1759750"/>
                </a:lnTo>
                <a:lnTo>
                  <a:pt x="12468898" y="1762340"/>
                </a:lnTo>
                <a:lnTo>
                  <a:pt x="12466180" y="1762315"/>
                </a:lnTo>
                <a:lnTo>
                  <a:pt x="12464313" y="1763623"/>
                </a:lnTo>
                <a:lnTo>
                  <a:pt x="12463272" y="1766290"/>
                </a:lnTo>
                <a:lnTo>
                  <a:pt x="12460580" y="1766189"/>
                </a:lnTo>
                <a:lnTo>
                  <a:pt x="12458713" y="1767509"/>
                </a:lnTo>
                <a:lnTo>
                  <a:pt x="12457671" y="1770164"/>
                </a:lnTo>
                <a:lnTo>
                  <a:pt x="12456744" y="1770748"/>
                </a:lnTo>
                <a:lnTo>
                  <a:pt x="12455500" y="1770684"/>
                </a:lnTo>
                <a:lnTo>
                  <a:pt x="12453709" y="1771954"/>
                </a:lnTo>
                <a:lnTo>
                  <a:pt x="12453328" y="1773085"/>
                </a:lnTo>
                <a:lnTo>
                  <a:pt x="12452071" y="1774050"/>
                </a:lnTo>
                <a:lnTo>
                  <a:pt x="12449378" y="1773948"/>
                </a:lnTo>
                <a:lnTo>
                  <a:pt x="12448591" y="1774469"/>
                </a:lnTo>
                <a:lnTo>
                  <a:pt x="12448591" y="1793481"/>
                </a:lnTo>
                <a:lnTo>
                  <a:pt x="12448438" y="1793875"/>
                </a:lnTo>
                <a:lnTo>
                  <a:pt x="12447092" y="1793836"/>
                </a:lnTo>
                <a:lnTo>
                  <a:pt x="12448591" y="1793481"/>
                </a:lnTo>
                <a:lnTo>
                  <a:pt x="12448591" y="1774469"/>
                </a:lnTo>
                <a:lnTo>
                  <a:pt x="12447549" y="1775142"/>
                </a:lnTo>
                <a:lnTo>
                  <a:pt x="12446470" y="1777923"/>
                </a:lnTo>
                <a:lnTo>
                  <a:pt x="12445187" y="1777885"/>
                </a:lnTo>
                <a:lnTo>
                  <a:pt x="12445187" y="1795221"/>
                </a:lnTo>
                <a:lnTo>
                  <a:pt x="12445009" y="1795678"/>
                </a:lnTo>
                <a:lnTo>
                  <a:pt x="12443676" y="1796186"/>
                </a:lnTo>
                <a:lnTo>
                  <a:pt x="12444768" y="1796275"/>
                </a:lnTo>
                <a:lnTo>
                  <a:pt x="12444387" y="1797278"/>
                </a:lnTo>
                <a:lnTo>
                  <a:pt x="12443409" y="1796288"/>
                </a:lnTo>
                <a:lnTo>
                  <a:pt x="12443676" y="1796186"/>
                </a:lnTo>
                <a:lnTo>
                  <a:pt x="12443460" y="1796161"/>
                </a:lnTo>
                <a:lnTo>
                  <a:pt x="12443600" y="1795805"/>
                </a:lnTo>
                <a:lnTo>
                  <a:pt x="12445187" y="1795221"/>
                </a:lnTo>
                <a:lnTo>
                  <a:pt x="12445187" y="1777885"/>
                </a:lnTo>
                <a:lnTo>
                  <a:pt x="12443778" y="1777834"/>
                </a:lnTo>
                <a:lnTo>
                  <a:pt x="12441949" y="1779028"/>
                </a:lnTo>
                <a:lnTo>
                  <a:pt x="12440869" y="1781810"/>
                </a:lnTo>
                <a:lnTo>
                  <a:pt x="12438202" y="1781657"/>
                </a:lnTo>
                <a:lnTo>
                  <a:pt x="12436348" y="1782914"/>
                </a:lnTo>
                <a:lnTo>
                  <a:pt x="12435294" y="1785632"/>
                </a:lnTo>
                <a:lnTo>
                  <a:pt x="12432627" y="1785480"/>
                </a:lnTo>
                <a:lnTo>
                  <a:pt x="12430773" y="1786724"/>
                </a:lnTo>
                <a:lnTo>
                  <a:pt x="12429744" y="1789391"/>
                </a:lnTo>
                <a:lnTo>
                  <a:pt x="12427052" y="1789303"/>
                </a:lnTo>
                <a:lnTo>
                  <a:pt x="12425197" y="1790547"/>
                </a:lnTo>
                <a:lnTo>
                  <a:pt x="12424181" y="1793151"/>
                </a:lnTo>
                <a:lnTo>
                  <a:pt x="12369838" y="1824228"/>
                </a:lnTo>
                <a:lnTo>
                  <a:pt x="12363602" y="1829727"/>
                </a:lnTo>
                <a:lnTo>
                  <a:pt x="12356490" y="1833994"/>
                </a:lnTo>
                <a:lnTo>
                  <a:pt x="12348362" y="1837372"/>
                </a:lnTo>
                <a:lnTo>
                  <a:pt x="12341428" y="1841157"/>
                </a:lnTo>
                <a:lnTo>
                  <a:pt x="12340361" y="1840395"/>
                </a:lnTo>
                <a:lnTo>
                  <a:pt x="12339384" y="1839404"/>
                </a:lnTo>
                <a:lnTo>
                  <a:pt x="12337669" y="1836826"/>
                </a:lnTo>
                <a:lnTo>
                  <a:pt x="12338177" y="1835531"/>
                </a:lnTo>
                <a:lnTo>
                  <a:pt x="12337682" y="1833295"/>
                </a:lnTo>
                <a:lnTo>
                  <a:pt x="12329732" y="1836191"/>
                </a:lnTo>
                <a:lnTo>
                  <a:pt x="12321946" y="1838680"/>
                </a:lnTo>
                <a:lnTo>
                  <a:pt x="12315482" y="1844802"/>
                </a:lnTo>
                <a:lnTo>
                  <a:pt x="12314555" y="1847164"/>
                </a:lnTo>
                <a:lnTo>
                  <a:pt x="12312523" y="1848891"/>
                </a:lnTo>
                <a:lnTo>
                  <a:pt x="12310999" y="1849297"/>
                </a:lnTo>
                <a:lnTo>
                  <a:pt x="12309488" y="1849691"/>
                </a:lnTo>
                <a:lnTo>
                  <a:pt x="12313463" y="1846465"/>
                </a:lnTo>
                <a:lnTo>
                  <a:pt x="12315482" y="1844802"/>
                </a:lnTo>
                <a:lnTo>
                  <a:pt x="12313793" y="1845640"/>
                </a:lnTo>
                <a:lnTo>
                  <a:pt x="12310847" y="1846199"/>
                </a:lnTo>
                <a:lnTo>
                  <a:pt x="12309767" y="1848980"/>
                </a:lnTo>
                <a:lnTo>
                  <a:pt x="12309348" y="1848916"/>
                </a:lnTo>
                <a:lnTo>
                  <a:pt x="12309348" y="1850034"/>
                </a:lnTo>
                <a:lnTo>
                  <a:pt x="12307672" y="1854365"/>
                </a:lnTo>
                <a:lnTo>
                  <a:pt x="12308688" y="1855241"/>
                </a:lnTo>
                <a:lnTo>
                  <a:pt x="12307430" y="1854949"/>
                </a:lnTo>
                <a:lnTo>
                  <a:pt x="12309348" y="1850034"/>
                </a:lnTo>
                <a:lnTo>
                  <a:pt x="12309348" y="1848916"/>
                </a:lnTo>
                <a:lnTo>
                  <a:pt x="12305932" y="1848307"/>
                </a:lnTo>
                <a:lnTo>
                  <a:pt x="12302630" y="1849805"/>
                </a:lnTo>
                <a:lnTo>
                  <a:pt x="12300064" y="1852891"/>
                </a:lnTo>
                <a:lnTo>
                  <a:pt x="12297524" y="1852383"/>
                </a:lnTo>
                <a:lnTo>
                  <a:pt x="12295835" y="1853234"/>
                </a:lnTo>
                <a:lnTo>
                  <a:pt x="12293625" y="1855431"/>
                </a:lnTo>
                <a:lnTo>
                  <a:pt x="12292228" y="1855495"/>
                </a:lnTo>
                <a:lnTo>
                  <a:pt x="12290844" y="1855571"/>
                </a:lnTo>
                <a:lnTo>
                  <a:pt x="12290603" y="1855711"/>
                </a:lnTo>
                <a:lnTo>
                  <a:pt x="12290603" y="1859635"/>
                </a:lnTo>
                <a:lnTo>
                  <a:pt x="12289231" y="1859711"/>
                </a:lnTo>
                <a:lnTo>
                  <a:pt x="12287923" y="1859546"/>
                </a:lnTo>
                <a:lnTo>
                  <a:pt x="12289269" y="1859597"/>
                </a:lnTo>
                <a:lnTo>
                  <a:pt x="12290603" y="1859635"/>
                </a:lnTo>
                <a:lnTo>
                  <a:pt x="12290603" y="1855711"/>
                </a:lnTo>
                <a:lnTo>
                  <a:pt x="12289104" y="1856524"/>
                </a:lnTo>
                <a:lnTo>
                  <a:pt x="12288012" y="1859305"/>
                </a:lnTo>
                <a:lnTo>
                  <a:pt x="12286704" y="1859203"/>
                </a:lnTo>
                <a:lnTo>
                  <a:pt x="12285256" y="1859394"/>
                </a:lnTo>
                <a:lnTo>
                  <a:pt x="12283567" y="1860232"/>
                </a:lnTo>
                <a:lnTo>
                  <a:pt x="12276061" y="1862010"/>
                </a:lnTo>
                <a:lnTo>
                  <a:pt x="12268124" y="1864906"/>
                </a:lnTo>
                <a:lnTo>
                  <a:pt x="12262041" y="1870036"/>
                </a:lnTo>
                <a:lnTo>
                  <a:pt x="12256084" y="1871319"/>
                </a:lnTo>
                <a:lnTo>
                  <a:pt x="12250179" y="1872488"/>
                </a:lnTo>
                <a:lnTo>
                  <a:pt x="12245797" y="1876717"/>
                </a:lnTo>
                <a:lnTo>
                  <a:pt x="12241886" y="1876285"/>
                </a:lnTo>
                <a:lnTo>
                  <a:pt x="12239574" y="1878711"/>
                </a:lnTo>
                <a:lnTo>
                  <a:pt x="12236171" y="1880450"/>
                </a:lnTo>
                <a:lnTo>
                  <a:pt x="12234647" y="1880870"/>
                </a:lnTo>
                <a:lnTo>
                  <a:pt x="12233123" y="1881289"/>
                </a:lnTo>
                <a:lnTo>
                  <a:pt x="12219381" y="1885061"/>
                </a:lnTo>
                <a:lnTo>
                  <a:pt x="12219038" y="1885162"/>
                </a:lnTo>
                <a:lnTo>
                  <a:pt x="12219038" y="1920913"/>
                </a:lnTo>
                <a:lnTo>
                  <a:pt x="12217819" y="1920570"/>
                </a:lnTo>
                <a:lnTo>
                  <a:pt x="12219038" y="1920913"/>
                </a:lnTo>
                <a:lnTo>
                  <a:pt x="12219038" y="1885162"/>
                </a:lnTo>
                <a:lnTo>
                  <a:pt x="12202478" y="1889975"/>
                </a:lnTo>
                <a:lnTo>
                  <a:pt x="12193372" y="1892350"/>
                </a:lnTo>
                <a:lnTo>
                  <a:pt x="12185777" y="1894344"/>
                </a:lnTo>
                <a:lnTo>
                  <a:pt x="12175668" y="1895805"/>
                </a:lnTo>
                <a:lnTo>
                  <a:pt x="12168454" y="1896846"/>
                </a:lnTo>
                <a:lnTo>
                  <a:pt x="12172366" y="1904301"/>
                </a:lnTo>
                <a:lnTo>
                  <a:pt x="12167819" y="1912480"/>
                </a:lnTo>
                <a:lnTo>
                  <a:pt x="12175592" y="1917001"/>
                </a:lnTo>
                <a:lnTo>
                  <a:pt x="12176455" y="1918296"/>
                </a:lnTo>
                <a:lnTo>
                  <a:pt x="12177586" y="1918868"/>
                </a:lnTo>
                <a:lnTo>
                  <a:pt x="12178983" y="1918804"/>
                </a:lnTo>
                <a:lnTo>
                  <a:pt x="12181294" y="1923376"/>
                </a:lnTo>
                <a:lnTo>
                  <a:pt x="12174880" y="1929320"/>
                </a:lnTo>
                <a:lnTo>
                  <a:pt x="12181497" y="1933333"/>
                </a:lnTo>
                <a:lnTo>
                  <a:pt x="12187644" y="1942045"/>
                </a:lnTo>
                <a:lnTo>
                  <a:pt x="12195505" y="1946363"/>
                </a:lnTo>
                <a:lnTo>
                  <a:pt x="12204611" y="1947468"/>
                </a:lnTo>
                <a:lnTo>
                  <a:pt x="12214517" y="1946541"/>
                </a:lnTo>
                <a:lnTo>
                  <a:pt x="12268810" y="1933105"/>
                </a:lnTo>
                <a:lnTo>
                  <a:pt x="12321375" y="1913648"/>
                </a:lnTo>
                <a:lnTo>
                  <a:pt x="12367438" y="1893341"/>
                </a:lnTo>
                <a:lnTo>
                  <a:pt x="12412866" y="1871192"/>
                </a:lnTo>
                <a:lnTo>
                  <a:pt x="12455271" y="1846300"/>
                </a:lnTo>
                <a:lnTo>
                  <a:pt x="12497016" y="1819617"/>
                </a:lnTo>
                <a:lnTo>
                  <a:pt x="12538088" y="1791144"/>
                </a:lnTo>
                <a:lnTo>
                  <a:pt x="12576124" y="1759991"/>
                </a:lnTo>
                <a:lnTo>
                  <a:pt x="12614656" y="1727555"/>
                </a:lnTo>
                <a:lnTo>
                  <a:pt x="12651308" y="1692948"/>
                </a:lnTo>
                <a:lnTo>
                  <a:pt x="12685827" y="1656803"/>
                </a:lnTo>
                <a:lnTo>
                  <a:pt x="12718060" y="1619542"/>
                </a:lnTo>
                <a:lnTo>
                  <a:pt x="12749175" y="1581632"/>
                </a:lnTo>
                <a:lnTo>
                  <a:pt x="12776822" y="1542148"/>
                </a:lnTo>
                <a:lnTo>
                  <a:pt x="12803365" y="1502016"/>
                </a:lnTo>
                <a:lnTo>
                  <a:pt x="12827597" y="1460779"/>
                </a:lnTo>
                <a:lnTo>
                  <a:pt x="12849543" y="1418437"/>
                </a:lnTo>
                <a:lnTo>
                  <a:pt x="12869190" y="1374990"/>
                </a:lnTo>
                <a:lnTo>
                  <a:pt x="12887719" y="1330909"/>
                </a:lnTo>
                <a:lnTo>
                  <a:pt x="12903962" y="1285748"/>
                </a:lnTo>
                <a:lnTo>
                  <a:pt x="12917894" y="1239481"/>
                </a:lnTo>
                <a:lnTo>
                  <a:pt x="12930696" y="1192580"/>
                </a:lnTo>
                <a:lnTo>
                  <a:pt x="12941211" y="1144600"/>
                </a:lnTo>
                <a:lnTo>
                  <a:pt x="12950609" y="1095997"/>
                </a:lnTo>
                <a:lnTo>
                  <a:pt x="12957759" y="1042644"/>
                </a:lnTo>
                <a:lnTo>
                  <a:pt x="12963411" y="989634"/>
                </a:lnTo>
                <a:lnTo>
                  <a:pt x="12965252" y="935926"/>
                </a:lnTo>
                <a:lnTo>
                  <a:pt x="12965671" y="882345"/>
                </a:lnTo>
                <a:lnTo>
                  <a:pt x="12964732" y="828802"/>
                </a:lnTo>
                <a:lnTo>
                  <a:pt x="12961265" y="774712"/>
                </a:lnTo>
                <a:lnTo>
                  <a:pt x="12959067" y="727849"/>
                </a:lnTo>
                <a:lnTo>
                  <a:pt x="12944818" y="585978"/>
                </a:lnTo>
                <a:lnTo>
                  <a:pt x="12944208" y="584047"/>
                </a:lnTo>
                <a:lnTo>
                  <a:pt x="12942392" y="581698"/>
                </a:lnTo>
                <a:lnTo>
                  <a:pt x="12941795" y="579767"/>
                </a:lnTo>
                <a:lnTo>
                  <a:pt x="12942799" y="577164"/>
                </a:lnTo>
                <a:lnTo>
                  <a:pt x="12942748" y="573798"/>
                </a:lnTo>
                <a:lnTo>
                  <a:pt x="12944767" y="572135"/>
                </a:lnTo>
                <a:lnTo>
                  <a:pt x="12946609" y="570877"/>
                </a:lnTo>
                <a:lnTo>
                  <a:pt x="12948539" y="572922"/>
                </a:lnTo>
                <a:lnTo>
                  <a:pt x="12947803" y="574814"/>
                </a:lnTo>
                <a:lnTo>
                  <a:pt x="12959931" y="589191"/>
                </a:lnTo>
                <a:lnTo>
                  <a:pt x="12970383" y="604316"/>
                </a:lnTo>
                <a:lnTo>
                  <a:pt x="12980492" y="620382"/>
                </a:lnTo>
                <a:lnTo>
                  <a:pt x="12989154" y="636625"/>
                </a:lnTo>
                <a:lnTo>
                  <a:pt x="12994500" y="647395"/>
                </a:lnTo>
                <a:lnTo>
                  <a:pt x="13001295" y="657936"/>
                </a:lnTo>
                <a:lnTo>
                  <a:pt x="13008458" y="667550"/>
                </a:lnTo>
                <a:lnTo>
                  <a:pt x="13017259" y="676452"/>
                </a:lnTo>
                <a:lnTo>
                  <a:pt x="13031178" y="696696"/>
                </a:lnTo>
                <a:lnTo>
                  <a:pt x="13049441" y="709295"/>
                </a:lnTo>
                <a:lnTo>
                  <a:pt x="13069634" y="713435"/>
                </a:lnTo>
                <a:lnTo>
                  <a:pt x="13091719" y="709206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27106" y="929069"/>
            <a:ext cx="6786880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600" b="1" i="0">
                <a:solidFill>
                  <a:srgbClr val="FFA51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70285" y="2771790"/>
            <a:ext cx="10867390" cy="3334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1">
                <a:solidFill>
                  <a:schemeClr val="bg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developer.mozilla.org/en-US/docs/Web/CSS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CSS/top" TargetMode="External"/><Relationship Id="rId7" Type="http://schemas.openxmlformats.org/officeDocument/2006/relationships/hyperlink" Target="https://developer.mozilla.org/en-US/docs/Web/CSS/z-index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mozilla.org/en-US/docs/Web/CSS/left" TargetMode="External"/><Relationship Id="rId5" Type="http://schemas.openxmlformats.org/officeDocument/2006/relationships/hyperlink" Target="https://developer.mozilla.org/en-US/docs/Web/CSS/bottom" TargetMode="External"/><Relationship Id="rId4" Type="http://schemas.openxmlformats.org/officeDocument/2006/relationships/hyperlink" Target="https://developer.mozilla.org/en-US/docs/Web/CSS/right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54867" y="6080551"/>
            <a:ext cx="3638550" cy="2047239"/>
            <a:chOff x="1254867" y="6080551"/>
            <a:chExt cx="3638550" cy="2047239"/>
          </a:xfrm>
        </p:grpSpPr>
        <p:sp>
          <p:nvSpPr>
            <p:cNvPr id="3" name="object 3"/>
            <p:cNvSpPr/>
            <p:nvPr/>
          </p:nvSpPr>
          <p:spPr>
            <a:xfrm>
              <a:off x="1255882" y="6081668"/>
              <a:ext cx="3636645" cy="2045970"/>
            </a:xfrm>
            <a:custGeom>
              <a:avLst/>
              <a:gdLst/>
              <a:ahLst/>
              <a:cxnLst/>
              <a:rect l="l" t="t" r="r" b="b"/>
              <a:pathLst>
                <a:path w="3636645" h="2045970">
                  <a:moveTo>
                    <a:pt x="3636276" y="2045741"/>
                  </a:moveTo>
                  <a:lnTo>
                    <a:pt x="0" y="2045741"/>
                  </a:lnTo>
                  <a:lnTo>
                    <a:pt x="0" y="0"/>
                  </a:lnTo>
                  <a:lnTo>
                    <a:pt x="3636276" y="0"/>
                  </a:lnTo>
                  <a:lnTo>
                    <a:pt x="3636276" y="2045741"/>
                  </a:lnTo>
                  <a:close/>
                </a:path>
              </a:pathLst>
            </a:custGeom>
            <a:solidFill>
              <a:srgbClr val="ECE7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4764" y="6498677"/>
              <a:ext cx="475405" cy="8635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255882" y="7682280"/>
              <a:ext cx="3636645" cy="444500"/>
            </a:xfrm>
            <a:custGeom>
              <a:avLst/>
              <a:gdLst/>
              <a:ahLst/>
              <a:cxnLst/>
              <a:rect l="l" t="t" r="r" b="b"/>
              <a:pathLst>
                <a:path w="3636645" h="444500">
                  <a:moveTo>
                    <a:pt x="3636276" y="444456"/>
                  </a:moveTo>
                  <a:lnTo>
                    <a:pt x="0" y="444456"/>
                  </a:lnTo>
                  <a:lnTo>
                    <a:pt x="548971" y="0"/>
                  </a:lnTo>
                  <a:lnTo>
                    <a:pt x="3087305" y="1894"/>
                  </a:lnTo>
                  <a:lnTo>
                    <a:pt x="3636276" y="444456"/>
                  </a:lnTo>
                  <a:close/>
                </a:path>
              </a:pathLst>
            </a:custGeom>
            <a:solidFill>
              <a:srgbClr val="CABAA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032648" y="7754944"/>
              <a:ext cx="2032635" cy="269240"/>
            </a:xfrm>
            <a:custGeom>
              <a:avLst/>
              <a:gdLst/>
              <a:ahLst/>
              <a:cxnLst/>
              <a:rect l="l" t="t" r="r" b="b"/>
              <a:pathLst>
                <a:path w="2032635" h="269240">
                  <a:moveTo>
                    <a:pt x="2032243" y="269011"/>
                  </a:moveTo>
                  <a:lnTo>
                    <a:pt x="0" y="269011"/>
                  </a:lnTo>
                  <a:lnTo>
                    <a:pt x="210321" y="0"/>
                  </a:lnTo>
                  <a:lnTo>
                    <a:pt x="1821921" y="0"/>
                  </a:lnTo>
                  <a:lnTo>
                    <a:pt x="2032243" y="269011"/>
                  </a:lnTo>
                  <a:close/>
                </a:path>
              </a:pathLst>
            </a:custGeom>
            <a:solidFill>
              <a:srgbClr val="ECE7D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213749" y="7754784"/>
              <a:ext cx="1664335" cy="269240"/>
            </a:xfrm>
            <a:custGeom>
              <a:avLst/>
              <a:gdLst/>
              <a:ahLst/>
              <a:cxnLst/>
              <a:rect l="l" t="t" r="r" b="b"/>
              <a:pathLst>
                <a:path w="1664335" h="269240">
                  <a:moveTo>
                    <a:pt x="323964" y="0"/>
                  </a:moveTo>
                  <a:lnTo>
                    <a:pt x="175336" y="0"/>
                  </a:lnTo>
                  <a:lnTo>
                    <a:pt x="0" y="269176"/>
                  </a:lnTo>
                  <a:lnTo>
                    <a:pt x="164439" y="269176"/>
                  </a:lnTo>
                  <a:lnTo>
                    <a:pt x="323964" y="0"/>
                  </a:lnTo>
                  <a:close/>
                </a:path>
                <a:path w="1664335" h="269240">
                  <a:moveTo>
                    <a:pt x="1663966" y="269176"/>
                  </a:moveTo>
                  <a:lnTo>
                    <a:pt x="1488630" y="0"/>
                  </a:lnTo>
                  <a:lnTo>
                    <a:pt x="1340002" y="0"/>
                  </a:lnTo>
                  <a:lnTo>
                    <a:pt x="1499527" y="269176"/>
                  </a:lnTo>
                  <a:lnTo>
                    <a:pt x="1663966" y="2691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54867" y="6080551"/>
              <a:ext cx="3638259" cy="2044699"/>
            </a:xfrm>
            <a:prstGeom prst="rect">
              <a:avLst/>
            </a:prstGeom>
          </p:spPr>
        </p:pic>
      </p:grp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357571" y="5914825"/>
            <a:ext cx="3571874" cy="238124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68957" y="5970183"/>
            <a:ext cx="1508669" cy="1500175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124591" y="6589169"/>
            <a:ext cx="1476374" cy="2143124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2102470" y="1455991"/>
            <a:ext cx="194627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HTML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66601" y="4332255"/>
            <a:ext cx="401827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70" dirty="0">
                <a:solidFill>
                  <a:srgbClr val="FFFFFF"/>
                </a:solidFill>
                <a:latin typeface="Trebuchet MS"/>
                <a:cs typeface="Trebuchet MS"/>
              </a:rPr>
              <a:t>Structure/layout</a:t>
            </a:r>
            <a:endParaRPr sz="4200">
              <a:latin typeface="Trebuchet MS"/>
              <a:cs typeface="Trebuchet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481252" y="1455991"/>
            <a:ext cx="131254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b="1" spc="280" dirty="0">
                <a:solidFill>
                  <a:srgbClr val="FFA511"/>
                </a:solidFill>
                <a:latin typeface="Trebuchet MS"/>
                <a:cs typeface="Trebuchet MS"/>
              </a:rPr>
              <a:t>CSS</a:t>
            </a:r>
            <a:endParaRPr sz="56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4716825" y="1455991"/>
            <a:ext cx="81597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b="1" spc="145" dirty="0">
                <a:solidFill>
                  <a:srgbClr val="FFA511"/>
                </a:solidFill>
                <a:latin typeface="Trebuchet MS"/>
                <a:cs typeface="Trebuchet MS"/>
              </a:rPr>
              <a:t>JS</a:t>
            </a:r>
            <a:endParaRPr sz="5600">
              <a:latin typeface="Trebuchet MS"/>
              <a:cs typeface="Trebuchet M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530429" y="4332255"/>
            <a:ext cx="121412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65" dirty="0">
                <a:solidFill>
                  <a:srgbClr val="FFFFFF"/>
                </a:solidFill>
                <a:latin typeface="Trebuchet MS"/>
                <a:cs typeface="Trebuchet MS"/>
              </a:rPr>
              <a:t>Style</a:t>
            </a:r>
            <a:endParaRPr sz="4200">
              <a:latin typeface="Trebuchet MS"/>
              <a:cs typeface="Trebuchet M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489890" y="4332255"/>
            <a:ext cx="12693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spc="-80" dirty="0">
                <a:solidFill>
                  <a:srgbClr val="FFFFFF"/>
                </a:solidFill>
                <a:latin typeface="Trebuchet MS"/>
                <a:cs typeface="Trebuchet MS"/>
              </a:rPr>
              <a:t>Logic</a:t>
            </a:r>
            <a:endParaRPr sz="4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929069"/>
            <a:ext cx="678688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280" dirty="0"/>
              <a:t>CSS</a:t>
            </a:r>
          </a:p>
        </p:txBody>
      </p:sp>
      <p:sp>
        <p:nvSpPr>
          <p:cNvPr id="4" name="object 4"/>
          <p:cNvSpPr/>
          <p:nvPr/>
        </p:nvSpPr>
        <p:spPr>
          <a:xfrm>
            <a:off x="12894131" y="7293264"/>
            <a:ext cx="5394325" cy="2994025"/>
          </a:xfrm>
          <a:custGeom>
            <a:avLst/>
            <a:gdLst/>
            <a:ahLst/>
            <a:cxnLst/>
            <a:rect l="l" t="t" r="r" b="b"/>
            <a:pathLst>
              <a:path w="5394325" h="2994025">
                <a:moveTo>
                  <a:pt x="5393869" y="2993735"/>
                </a:moveTo>
                <a:lnTo>
                  <a:pt x="201747" y="2993735"/>
                </a:lnTo>
                <a:lnTo>
                  <a:pt x="177910" y="2976089"/>
                </a:lnTo>
                <a:lnTo>
                  <a:pt x="142279" y="2943819"/>
                </a:lnTo>
                <a:lnTo>
                  <a:pt x="110010" y="2908188"/>
                </a:lnTo>
                <a:lnTo>
                  <a:pt x="81615" y="2869833"/>
                </a:lnTo>
                <a:lnTo>
                  <a:pt x="57227" y="2829072"/>
                </a:lnTo>
                <a:lnTo>
                  <a:pt x="36977" y="2786223"/>
                </a:lnTo>
                <a:lnTo>
                  <a:pt x="20997" y="2741605"/>
                </a:lnTo>
                <a:lnTo>
                  <a:pt x="9420" y="2695537"/>
                </a:lnTo>
                <a:lnTo>
                  <a:pt x="2377" y="2648338"/>
                </a:lnTo>
                <a:lnTo>
                  <a:pt x="0" y="260032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0" y="110011"/>
                </a:lnTo>
                <a:lnTo>
                  <a:pt x="216266" y="81616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5393869" y="0"/>
                </a:lnTo>
                <a:lnTo>
                  <a:pt x="5393869" y="2993735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 sz="6600"/>
          </a:p>
        </p:txBody>
      </p:sp>
      <p:sp>
        <p:nvSpPr>
          <p:cNvPr id="5" name="object 5"/>
          <p:cNvSpPr txBox="1"/>
          <p:nvPr/>
        </p:nvSpPr>
        <p:spPr>
          <a:xfrm>
            <a:off x="1044691" y="2705100"/>
            <a:ext cx="13288644" cy="37737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4860"/>
              </a:lnSpc>
              <a:spcBef>
                <a:spcPts val="100"/>
              </a:spcBef>
            </a:pPr>
            <a:r>
              <a:rPr sz="6600" b="1" spc="-25" dirty="0">
                <a:solidFill>
                  <a:srgbClr val="FFFFFF"/>
                </a:solidFill>
                <a:latin typeface="Trebuchet MS"/>
                <a:cs typeface="Trebuchet MS"/>
              </a:rPr>
              <a:t>Cascading</a:t>
            </a:r>
            <a:r>
              <a:rPr sz="6600" b="1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b="1" spc="-85" dirty="0">
                <a:solidFill>
                  <a:srgbClr val="FFFFFF"/>
                </a:solidFill>
                <a:latin typeface="Trebuchet MS"/>
                <a:cs typeface="Trebuchet MS"/>
              </a:rPr>
              <a:t>Style</a:t>
            </a:r>
            <a:r>
              <a:rPr sz="6600" b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b="1" spc="-10" dirty="0">
                <a:solidFill>
                  <a:srgbClr val="FFFFFF"/>
                </a:solidFill>
                <a:latin typeface="Trebuchet MS"/>
                <a:cs typeface="Trebuchet MS"/>
              </a:rPr>
              <a:t>Sheet</a:t>
            </a:r>
            <a:endParaRPr sz="6600" dirty="0">
              <a:latin typeface="Trebuchet MS"/>
              <a:cs typeface="Trebuchet MS"/>
            </a:endParaRPr>
          </a:p>
          <a:p>
            <a:pPr marL="39370">
              <a:lnSpc>
                <a:spcPts val="13140"/>
              </a:lnSpc>
            </a:pPr>
            <a:r>
              <a:rPr sz="6600" b="1" i="1" spc="110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6600" b="1" i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600" b="1" i="1" spc="-24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6600" b="1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600" b="1" i="1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6600" b="1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600" b="1" i="1" spc="-60" dirty="0">
                <a:solidFill>
                  <a:srgbClr val="FFFFFF"/>
                </a:solidFill>
                <a:latin typeface="Arial"/>
                <a:cs typeface="Arial"/>
              </a:rPr>
              <a:t>language</a:t>
            </a:r>
            <a:r>
              <a:rPr sz="6600" b="1" i="1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600" b="1" i="1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6600" b="1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600" b="1" i="1" spc="-24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6600" b="1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600" b="1" i="1" spc="-21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6600" b="1" i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lang="en-US" sz="6600" b="1" i="1" spc="-40" dirty="0">
                <a:solidFill>
                  <a:srgbClr val="FFFFFF"/>
                </a:solidFill>
                <a:latin typeface="Arial"/>
                <a:cs typeface="Arial"/>
              </a:rPr>
              <a:t>to styling </a:t>
            </a:r>
            <a:r>
              <a:rPr sz="6600" b="1" i="1" spc="-35" dirty="0">
                <a:solidFill>
                  <a:srgbClr val="FFFFFF"/>
                </a:solidFill>
                <a:latin typeface="Arial"/>
                <a:cs typeface="Arial"/>
              </a:rPr>
              <a:t>document.</a:t>
            </a:r>
            <a:endParaRPr sz="6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929069"/>
            <a:ext cx="6630172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60" dirty="0"/>
              <a:t>Basic</a:t>
            </a:r>
            <a:r>
              <a:rPr sz="6600" spc="-330" dirty="0"/>
              <a:t> </a:t>
            </a:r>
            <a:r>
              <a:rPr sz="6600" spc="-80" dirty="0"/>
              <a:t>Syntax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330849" y="3647562"/>
            <a:ext cx="1504944" cy="711835"/>
            <a:chOff x="2330849" y="3647562"/>
            <a:chExt cx="908050" cy="711835"/>
          </a:xfrm>
        </p:grpSpPr>
        <p:sp>
          <p:nvSpPr>
            <p:cNvPr id="4" name="object 4"/>
            <p:cNvSpPr/>
            <p:nvPr/>
          </p:nvSpPr>
          <p:spPr>
            <a:xfrm>
              <a:off x="2330849" y="3647562"/>
              <a:ext cx="855980" cy="695325"/>
            </a:xfrm>
            <a:custGeom>
              <a:avLst/>
              <a:gdLst/>
              <a:ahLst/>
              <a:cxnLst/>
              <a:rect l="l" t="t" r="r" b="b"/>
              <a:pathLst>
                <a:path w="855980" h="695325">
                  <a:moveTo>
                    <a:pt x="724480" y="228356"/>
                  </a:moveTo>
                  <a:lnTo>
                    <a:pt x="563478" y="122787"/>
                  </a:lnTo>
                  <a:lnTo>
                    <a:pt x="600311" y="149045"/>
                  </a:lnTo>
                  <a:lnTo>
                    <a:pt x="647696" y="190731"/>
                  </a:lnTo>
                  <a:lnTo>
                    <a:pt x="688326" y="232935"/>
                  </a:lnTo>
                  <a:lnTo>
                    <a:pt x="722200" y="275658"/>
                  </a:lnTo>
                  <a:lnTo>
                    <a:pt x="749318" y="318899"/>
                  </a:lnTo>
                  <a:lnTo>
                    <a:pt x="769681" y="362660"/>
                  </a:lnTo>
                  <a:lnTo>
                    <a:pt x="791339" y="423357"/>
                  </a:lnTo>
                  <a:lnTo>
                    <a:pt x="802944" y="471911"/>
                  </a:lnTo>
                  <a:lnTo>
                    <a:pt x="808698" y="510718"/>
                  </a:lnTo>
                  <a:lnTo>
                    <a:pt x="813547" y="557836"/>
                  </a:lnTo>
                  <a:lnTo>
                    <a:pt x="817441" y="612778"/>
                  </a:lnTo>
                  <a:lnTo>
                    <a:pt x="820394" y="675600"/>
                  </a:lnTo>
                  <a:lnTo>
                    <a:pt x="820908" y="683468"/>
                  </a:lnTo>
                  <a:lnTo>
                    <a:pt x="823534" y="689638"/>
                  </a:lnTo>
                  <a:lnTo>
                    <a:pt x="828273" y="694112"/>
                  </a:lnTo>
                  <a:lnTo>
                    <a:pt x="829619" y="694986"/>
                  </a:lnTo>
                  <a:lnTo>
                    <a:pt x="843160" y="692125"/>
                  </a:lnTo>
                  <a:lnTo>
                    <a:pt x="851740" y="673010"/>
                  </a:lnTo>
                  <a:lnTo>
                    <a:pt x="855356" y="637639"/>
                  </a:lnTo>
                  <a:lnTo>
                    <a:pt x="854010" y="586014"/>
                  </a:lnTo>
                  <a:lnTo>
                    <a:pt x="846700" y="522499"/>
                  </a:lnTo>
                  <a:lnTo>
                    <a:pt x="836139" y="464552"/>
                  </a:lnTo>
                  <a:lnTo>
                    <a:pt x="822327" y="412174"/>
                  </a:lnTo>
                  <a:lnTo>
                    <a:pt x="805264" y="365364"/>
                  </a:lnTo>
                  <a:lnTo>
                    <a:pt x="789297" y="328470"/>
                  </a:lnTo>
                  <a:lnTo>
                    <a:pt x="768110" y="290230"/>
                  </a:lnTo>
                  <a:lnTo>
                    <a:pt x="741703" y="250644"/>
                  </a:lnTo>
                  <a:lnTo>
                    <a:pt x="724480" y="228356"/>
                  </a:lnTo>
                  <a:close/>
                </a:path>
                <a:path w="855980" h="695325">
                  <a:moveTo>
                    <a:pt x="45462" y="47912"/>
                  </a:moveTo>
                  <a:lnTo>
                    <a:pt x="5687" y="21832"/>
                  </a:lnTo>
                  <a:lnTo>
                    <a:pt x="7543" y="23679"/>
                  </a:lnTo>
                  <a:lnTo>
                    <a:pt x="12213" y="32402"/>
                  </a:lnTo>
                  <a:lnTo>
                    <a:pt x="33200" y="49600"/>
                  </a:lnTo>
                  <a:lnTo>
                    <a:pt x="45462" y="47912"/>
                  </a:lnTo>
                  <a:close/>
                </a:path>
                <a:path w="855980" h="695325">
                  <a:moveTo>
                    <a:pt x="623393" y="127141"/>
                  </a:moveTo>
                  <a:lnTo>
                    <a:pt x="559325" y="85131"/>
                  </a:lnTo>
                  <a:lnTo>
                    <a:pt x="500041" y="56094"/>
                  </a:lnTo>
                  <a:lnTo>
                    <a:pt x="456238" y="39830"/>
                  </a:lnTo>
                  <a:lnTo>
                    <a:pt x="410049" y="26347"/>
                  </a:lnTo>
                  <a:lnTo>
                    <a:pt x="361473" y="15646"/>
                  </a:lnTo>
                  <a:lnTo>
                    <a:pt x="310510" y="7725"/>
                  </a:lnTo>
                  <a:lnTo>
                    <a:pt x="248232" y="2301"/>
                  </a:lnTo>
                  <a:lnTo>
                    <a:pt x="190163" y="0"/>
                  </a:lnTo>
                  <a:lnTo>
                    <a:pt x="136304" y="821"/>
                  </a:lnTo>
                  <a:lnTo>
                    <a:pt x="86654" y="4764"/>
                  </a:lnTo>
                  <a:lnTo>
                    <a:pt x="41214" y="11831"/>
                  </a:lnTo>
                  <a:lnTo>
                    <a:pt x="0" y="22017"/>
                  </a:lnTo>
                  <a:lnTo>
                    <a:pt x="3167" y="21279"/>
                  </a:lnTo>
                  <a:lnTo>
                    <a:pt x="5687" y="21832"/>
                  </a:lnTo>
                  <a:lnTo>
                    <a:pt x="45462" y="47912"/>
                  </a:lnTo>
                  <a:lnTo>
                    <a:pt x="91014" y="41642"/>
                  </a:lnTo>
                  <a:lnTo>
                    <a:pt x="138500" y="36236"/>
                  </a:lnTo>
                  <a:lnTo>
                    <a:pt x="175658" y="33382"/>
                  </a:lnTo>
                  <a:lnTo>
                    <a:pt x="202489" y="33080"/>
                  </a:lnTo>
                  <a:lnTo>
                    <a:pt x="245314" y="34064"/>
                  </a:lnTo>
                  <a:lnTo>
                    <a:pt x="287639" y="37165"/>
                  </a:lnTo>
                  <a:lnTo>
                    <a:pt x="329464" y="42381"/>
                  </a:lnTo>
                  <a:lnTo>
                    <a:pt x="370791" y="49715"/>
                  </a:lnTo>
                  <a:lnTo>
                    <a:pt x="425766" y="63189"/>
                  </a:lnTo>
                  <a:lnTo>
                    <a:pt x="476206" y="79858"/>
                  </a:lnTo>
                  <a:lnTo>
                    <a:pt x="522110" y="99724"/>
                  </a:lnTo>
                  <a:lnTo>
                    <a:pt x="563478" y="122787"/>
                  </a:lnTo>
                  <a:lnTo>
                    <a:pt x="724480" y="228356"/>
                  </a:lnTo>
                  <a:lnTo>
                    <a:pt x="710075" y="209713"/>
                  </a:lnTo>
                  <a:lnTo>
                    <a:pt x="677884" y="175234"/>
                  </a:lnTo>
                  <a:lnTo>
                    <a:pt x="645555" y="144950"/>
                  </a:lnTo>
                  <a:lnTo>
                    <a:pt x="623393" y="1271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6600"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34863" y="4126101"/>
              <a:ext cx="203493" cy="23313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468041" y="2734498"/>
            <a:ext cx="3198224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25" dirty="0">
                <a:solidFill>
                  <a:srgbClr val="FFFFFF"/>
                </a:solidFill>
                <a:latin typeface="Trebuchet MS"/>
                <a:cs typeface="Trebuchet MS"/>
              </a:rPr>
              <a:t>Selector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941496" y="4304845"/>
            <a:ext cx="2452373" cy="3085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-75" dirty="0">
                <a:solidFill>
                  <a:srgbClr val="17D9FF"/>
                </a:solidFill>
                <a:latin typeface="Trebuchet MS"/>
                <a:cs typeface="Trebuchet MS"/>
              </a:rPr>
              <a:t>h1</a:t>
            </a:r>
            <a:r>
              <a:rPr sz="6600" b="1" spc="-24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b="1" spc="-590" dirty="0">
                <a:solidFill>
                  <a:srgbClr val="17D9FF"/>
                </a:solidFill>
                <a:latin typeface="Trebuchet MS"/>
                <a:cs typeface="Trebuchet MS"/>
              </a:rPr>
              <a:t>{</a:t>
            </a:r>
            <a:endParaRPr lang="en-US" sz="6600" b="1" spc="-590" dirty="0">
              <a:solidFill>
                <a:srgbClr val="17D9FF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lang="en-US" sz="6600" b="1" spc="-590" dirty="0">
              <a:solidFill>
                <a:srgbClr val="17D9FF"/>
              </a:solidFill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endParaRPr sz="6600" dirty="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44147" y="6511432"/>
            <a:ext cx="420556" cy="1047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b="1" spc="-590" dirty="0">
                <a:solidFill>
                  <a:srgbClr val="17D9FF"/>
                </a:solidFill>
                <a:latin typeface="Trebuchet MS"/>
                <a:cs typeface="Trebuchet MS"/>
              </a:rPr>
              <a:t>}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834397" y="7067355"/>
            <a:ext cx="332848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20" dirty="0">
                <a:solidFill>
                  <a:srgbClr val="FFFFFF"/>
                </a:solidFill>
                <a:latin typeface="Trebuchet MS"/>
                <a:cs typeface="Trebuchet MS"/>
              </a:rPr>
              <a:t>Property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87583" y="6951799"/>
            <a:ext cx="3846604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" dirty="0">
                <a:solidFill>
                  <a:srgbClr val="FFFFFF"/>
                </a:solidFill>
                <a:latin typeface="Trebuchet MS"/>
                <a:cs typeface="Trebuchet MS"/>
              </a:rPr>
              <a:t>Value</a:t>
            </a:r>
            <a:endParaRPr sz="6600" dirty="0">
              <a:latin typeface="Trebuchet MS"/>
              <a:cs typeface="Trebuchet M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61653" y="6120954"/>
            <a:ext cx="737737" cy="1062355"/>
            <a:chOff x="3744650" y="5842650"/>
            <a:chExt cx="445134" cy="1062355"/>
          </a:xfrm>
        </p:grpSpPr>
        <p:sp>
          <p:nvSpPr>
            <p:cNvPr id="12" name="object 12"/>
            <p:cNvSpPr/>
            <p:nvPr/>
          </p:nvSpPr>
          <p:spPr>
            <a:xfrm>
              <a:off x="3744650" y="5857938"/>
              <a:ext cx="445134" cy="1047115"/>
            </a:xfrm>
            <a:custGeom>
              <a:avLst/>
              <a:gdLst/>
              <a:ahLst/>
              <a:cxnLst/>
              <a:rect l="l" t="t" r="r" b="b"/>
              <a:pathLst>
                <a:path w="445135" h="1047115">
                  <a:moveTo>
                    <a:pt x="82" y="438880"/>
                  </a:moveTo>
                  <a:lnTo>
                    <a:pt x="62299" y="621076"/>
                  </a:lnTo>
                  <a:lnTo>
                    <a:pt x="49360" y="577732"/>
                  </a:lnTo>
                  <a:lnTo>
                    <a:pt x="37568" y="515732"/>
                  </a:lnTo>
                  <a:lnTo>
                    <a:pt x="31425" y="457471"/>
                  </a:lnTo>
                  <a:lnTo>
                    <a:pt x="30933" y="402951"/>
                  </a:lnTo>
                  <a:lnTo>
                    <a:pt x="36091" y="352171"/>
                  </a:lnTo>
                  <a:lnTo>
                    <a:pt x="46899" y="305131"/>
                  </a:lnTo>
                  <a:lnTo>
                    <a:pt x="67086" y="243929"/>
                  </a:lnTo>
                  <a:lnTo>
                    <a:pt x="87750" y="198484"/>
                  </a:lnTo>
                  <a:lnTo>
                    <a:pt x="107043" y="164325"/>
                  </a:lnTo>
                  <a:lnTo>
                    <a:pt x="132156" y="124163"/>
                  </a:lnTo>
                  <a:lnTo>
                    <a:pt x="162828" y="78414"/>
                  </a:lnTo>
                  <a:lnTo>
                    <a:pt x="199082" y="27023"/>
                  </a:lnTo>
                  <a:lnTo>
                    <a:pt x="203508" y="20499"/>
                  </a:lnTo>
                  <a:lnTo>
                    <a:pt x="205226" y="14016"/>
                  </a:lnTo>
                  <a:lnTo>
                    <a:pt x="204234" y="7575"/>
                  </a:lnTo>
                  <a:lnTo>
                    <a:pt x="203708" y="6059"/>
                  </a:lnTo>
                  <a:lnTo>
                    <a:pt x="191265" y="0"/>
                  </a:lnTo>
                  <a:lnTo>
                    <a:pt x="172754" y="9816"/>
                  </a:lnTo>
                  <a:lnTo>
                    <a:pt x="117530" y="77075"/>
                  </a:lnTo>
                  <a:lnTo>
                    <a:pt x="84290" y="131688"/>
                  </a:lnTo>
                  <a:lnTo>
                    <a:pt x="57034" y="183904"/>
                  </a:lnTo>
                  <a:lnTo>
                    <a:pt x="35764" y="233722"/>
                  </a:lnTo>
                  <a:lnTo>
                    <a:pt x="20479" y="281142"/>
                  </a:lnTo>
                  <a:lnTo>
                    <a:pt x="10419" y="320064"/>
                  </a:lnTo>
                  <a:lnTo>
                    <a:pt x="3653" y="363254"/>
                  </a:lnTo>
                  <a:lnTo>
                    <a:pt x="180" y="410713"/>
                  </a:lnTo>
                  <a:lnTo>
                    <a:pt x="82" y="438880"/>
                  </a:lnTo>
                  <a:close/>
                </a:path>
                <a:path w="445135" h="1047115">
                  <a:moveTo>
                    <a:pt x="425110" y="998323"/>
                  </a:moveTo>
                  <a:lnTo>
                    <a:pt x="440481" y="1043334"/>
                  </a:lnTo>
                  <a:lnTo>
                    <a:pt x="440150" y="1040736"/>
                  </a:lnTo>
                  <a:lnTo>
                    <a:pt x="441822" y="1030984"/>
                  </a:lnTo>
                  <a:lnTo>
                    <a:pt x="442752" y="1023416"/>
                  </a:lnTo>
                  <a:lnTo>
                    <a:pt x="442939" y="1018030"/>
                  </a:lnTo>
                  <a:lnTo>
                    <a:pt x="441789" y="1011553"/>
                  </a:lnTo>
                  <a:lnTo>
                    <a:pt x="439602" y="1008118"/>
                  </a:lnTo>
                  <a:lnTo>
                    <a:pt x="435823" y="1004522"/>
                  </a:lnTo>
                  <a:lnTo>
                    <a:pt x="425110" y="998323"/>
                  </a:lnTo>
                  <a:close/>
                </a:path>
                <a:path w="445135" h="1047115">
                  <a:moveTo>
                    <a:pt x="17691" y="580841"/>
                  </a:moveTo>
                  <a:lnTo>
                    <a:pt x="42449" y="653343"/>
                  </a:lnTo>
                  <a:lnTo>
                    <a:pt x="71399" y="712670"/>
                  </a:lnTo>
                  <a:lnTo>
                    <a:pt x="95977" y="752408"/>
                  </a:lnTo>
                  <a:lnTo>
                    <a:pt x="124147" y="791417"/>
                  </a:lnTo>
                  <a:lnTo>
                    <a:pt x="155909" y="829697"/>
                  </a:lnTo>
                  <a:lnTo>
                    <a:pt x="191262" y="867248"/>
                  </a:lnTo>
                  <a:lnTo>
                    <a:pt x="237078" y="909779"/>
                  </a:lnTo>
                  <a:lnTo>
                    <a:pt x="281490" y="947260"/>
                  </a:lnTo>
                  <a:lnTo>
                    <a:pt x="324498" y="979692"/>
                  </a:lnTo>
                  <a:lnTo>
                    <a:pt x="366102" y="1007074"/>
                  </a:lnTo>
                  <a:lnTo>
                    <a:pt x="406301" y="1029406"/>
                  </a:lnTo>
                  <a:lnTo>
                    <a:pt x="445082" y="1046681"/>
                  </a:lnTo>
                  <a:lnTo>
                    <a:pt x="442129" y="1045318"/>
                  </a:lnTo>
                  <a:lnTo>
                    <a:pt x="440481" y="1043334"/>
                  </a:lnTo>
                  <a:lnTo>
                    <a:pt x="425110" y="998323"/>
                  </a:lnTo>
                  <a:lnTo>
                    <a:pt x="385311" y="975294"/>
                  </a:lnTo>
                  <a:lnTo>
                    <a:pt x="344516" y="950394"/>
                  </a:lnTo>
                  <a:lnTo>
                    <a:pt x="292081" y="913584"/>
                  </a:lnTo>
                  <a:lnTo>
                    <a:pt x="258890" y="886505"/>
                  </a:lnTo>
                  <a:lnTo>
                    <a:pt x="227392" y="858063"/>
                  </a:lnTo>
                  <a:lnTo>
                    <a:pt x="197589" y="828257"/>
                  </a:lnTo>
                  <a:lnTo>
                    <a:pt x="169480" y="797088"/>
                  </a:lnTo>
                  <a:lnTo>
                    <a:pt x="134371" y="752689"/>
                  </a:lnTo>
                  <a:lnTo>
                    <a:pt x="104804" y="708555"/>
                  </a:lnTo>
                  <a:lnTo>
                    <a:pt x="80780" y="664684"/>
                  </a:lnTo>
                  <a:lnTo>
                    <a:pt x="62299" y="621076"/>
                  </a:lnTo>
                  <a:lnTo>
                    <a:pt x="82" y="438880"/>
                  </a:lnTo>
                  <a:lnTo>
                    <a:pt x="0" y="462440"/>
                  </a:lnTo>
                  <a:lnTo>
                    <a:pt x="4227" y="509420"/>
                  </a:lnTo>
                  <a:lnTo>
                    <a:pt x="11140" y="553175"/>
                  </a:lnTo>
                  <a:lnTo>
                    <a:pt x="17691" y="5808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6600"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59197" y="5842650"/>
              <a:ext cx="203943" cy="237102"/>
            </a:xfrm>
            <a:prstGeom prst="rect">
              <a:avLst/>
            </a:prstGeom>
          </p:spPr>
        </p:pic>
      </p:grpSp>
      <p:grpSp>
        <p:nvGrpSpPr>
          <p:cNvPr id="14" name="object 14"/>
          <p:cNvGrpSpPr/>
          <p:nvPr/>
        </p:nvGrpSpPr>
        <p:grpSpPr>
          <a:xfrm>
            <a:off x="8220389" y="5931982"/>
            <a:ext cx="928224" cy="1003935"/>
            <a:chOff x="6063751" y="5941528"/>
            <a:chExt cx="560070" cy="1003935"/>
          </a:xfrm>
        </p:grpSpPr>
        <p:sp>
          <p:nvSpPr>
            <p:cNvPr id="15" name="object 15"/>
            <p:cNvSpPr/>
            <p:nvPr/>
          </p:nvSpPr>
          <p:spPr>
            <a:xfrm>
              <a:off x="6080015" y="5958378"/>
              <a:ext cx="543560" cy="987425"/>
            </a:xfrm>
            <a:custGeom>
              <a:avLst/>
              <a:gdLst/>
              <a:ahLst/>
              <a:cxnLst/>
              <a:rect l="l" t="t" r="r" b="b"/>
              <a:pathLst>
                <a:path w="543559" h="987425">
                  <a:moveTo>
                    <a:pt x="425828" y="233832"/>
                  </a:moveTo>
                  <a:lnTo>
                    <a:pt x="488045" y="416028"/>
                  </a:lnTo>
                  <a:lnTo>
                    <a:pt x="471770" y="373823"/>
                  </a:lnTo>
                  <a:lnTo>
                    <a:pt x="443178" y="317560"/>
                  </a:lnTo>
                  <a:lnTo>
                    <a:pt x="412402" y="267711"/>
                  </a:lnTo>
                  <a:lnTo>
                    <a:pt x="379445" y="224278"/>
                  </a:lnTo>
                  <a:lnTo>
                    <a:pt x="344305" y="187259"/>
                  </a:lnTo>
                  <a:lnTo>
                    <a:pt x="306982" y="156654"/>
                  </a:lnTo>
                  <a:lnTo>
                    <a:pt x="253577" y="120583"/>
                  </a:lnTo>
                  <a:lnTo>
                    <a:pt x="209434" y="97269"/>
                  </a:lnTo>
                  <a:lnTo>
                    <a:pt x="173277" y="82045"/>
                  </a:lnTo>
                  <a:lnTo>
                    <a:pt x="128844" y="65632"/>
                  </a:lnTo>
                  <a:lnTo>
                    <a:pt x="76597" y="48198"/>
                  </a:lnTo>
                  <a:lnTo>
                    <a:pt x="16482" y="29716"/>
                  </a:lnTo>
                  <a:lnTo>
                    <a:pt x="8990" y="27262"/>
                  </a:lnTo>
                  <a:lnTo>
                    <a:pt x="3666" y="23184"/>
                  </a:lnTo>
                  <a:lnTo>
                    <a:pt x="511" y="17481"/>
                  </a:lnTo>
                  <a:lnTo>
                    <a:pt x="0" y="15961"/>
                  </a:lnTo>
                  <a:lnTo>
                    <a:pt x="6138" y="3556"/>
                  </a:lnTo>
                  <a:lnTo>
                    <a:pt x="26786" y="0"/>
                  </a:lnTo>
                  <a:lnTo>
                    <a:pt x="61945" y="5292"/>
                  </a:lnTo>
                  <a:lnTo>
                    <a:pt x="111614" y="19433"/>
                  </a:lnTo>
                  <a:lnTo>
                    <a:pt x="171316" y="42308"/>
                  </a:lnTo>
                  <a:lnTo>
                    <a:pt x="224816" y="66947"/>
                  </a:lnTo>
                  <a:lnTo>
                    <a:pt x="272115" y="93349"/>
                  </a:lnTo>
                  <a:lnTo>
                    <a:pt x="313212" y="121516"/>
                  </a:lnTo>
                  <a:lnTo>
                    <a:pt x="344976" y="146156"/>
                  </a:lnTo>
                  <a:lnTo>
                    <a:pt x="376746" y="176186"/>
                  </a:lnTo>
                  <a:lnTo>
                    <a:pt x="408522" y="211608"/>
                  </a:lnTo>
                  <a:lnTo>
                    <a:pt x="425828" y="233832"/>
                  </a:lnTo>
                  <a:close/>
                </a:path>
                <a:path w="543559" h="987425">
                  <a:moveTo>
                    <a:pt x="431755" y="936392"/>
                  </a:moveTo>
                  <a:lnTo>
                    <a:pt x="447125" y="981403"/>
                  </a:lnTo>
                  <a:lnTo>
                    <a:pt x="445798" y="979145"/>
                  </a:lnTo>
                  <a:lnTo>
                    <a:pt x="438510" y="972453"/>
                  </a:lnTo>
                  <a:lnTo>
                    <a:pt x="433146" y="967034"/>
                  </a:lnTo>
                  <a:lnTo>
                    <a:pt x="429704" y="962888"/>
                  </a:lnTo>
                  <a:lnTo>
                    <a:pt x="426652" y="957060"/>
                  </a:lnTo>
                  <a:lnTo>
                    <a:pt x="426281" y="953005"/>
                  </a:lnTo>
                  <a:lnTo>
                    <a:pt x="427071" y="947849"/>
                  </a:lnTo>
                  <a:lnTo>
                    <a:pt x="431755" y="936392"/>
                  </a:lnTo>
                  <a:close/>
                </a:path>
                <a:path w="543559" h="987425">
                  <a:moveTo>
                    <a:pt x="517285" y="405975"/>
                  </a:moveTo>
                  <a:lnTo>
                    <a:pt x="528720" y="449206"/>
                  </a:lnTo>
                  <a:lnTo>
                    <a:pt x="536869" y="494057"/>
                  </a:lnTo>
                  <a:lnTo>
                    <a:pt x="541729" y="540528"/>
                  </a:lnTo>
                  <a:lnTo>
                    <a:pt x="543303" y="588619"/>
                  </a:lnTo>
                  <a:lnTo>
                    <a:pt x="541589" y="638331"/>
                  </a:lnTo>
                  <a:lnTo>
                    <a:pt x="536588" y="689662"/>
                  </a:lnTo>
                  <a:lnTo>
                    <a:pt x="526355" y="751333"/>
                  </a:lnTo>
                  <a:lnTo>
                    <a:pt x="514145" y="808150"/>
                  </a:lnTo>
                  <a:lnTo>
                    <a:pt x="499957" y="860113"/>
                  </a:lnTo>
                  <a:lnTo>
                    <a:pt x="483791" y="907223"/>
                  </a:lnTo>
                  <a:lnTo>
                    <a:pt x="465647" y="949478"/>
                  </a:lnTo>
                  <a:lnTo>
                    <a:pt x="445532" y="986866"/>
                  </a:lnTo>
                  <a:lnTo>
                    <a:pt x="447034" y="983981"/>
                  </a:lnTo>
                  <a:lnTo>
                    <a:pt x="447125" y="981403"/>
                  </a:lnTo>
                  <a:lnTo>
                    <a:pt x="431755" y="936392"/>
                  </a:lnTo>
                  <a:lnTo>
                    <a:pt x="449155" y="893830"/>
                  </a:lnTo>
                  <a:lnTo>
                    <a:pt x="466200" y="849179"/>
                  </a:lnTo>
                  <a:lnTo>
                    <a:pt x="485168" y="787985"/>
                  </a:lnTo>
                  <a:lnTo>
                    <a:pt x="494864" y="746261"/>
                  </a:lnTo>
                  <a:lnTo>
                    <a:pt x="502386" y="704495"/>
                  </a:lnTo>
                  <a:lnTo>
                    <a:pt x="507734" y="662685"/>
                  </a:lnTo>
                  <a:lnTo>
                    <a:pt x="510907" y="620833"/>
                  </a:lnTo>
                  <a:lnTo>
                    <a:pt x="511527" y="564234"/>
                  </a:lnTo>
                  <a:lnTo>
                    <a:pt x="507924" y="511234"/>
                  </a:lnTo>
                  <a:lnTo>
                    <a:pt x="500096" y="461832"/>
                  </a:lnTo>
                  <a:lnTo>
                    <a:pt x="488045" y="416028"/>
                  </a:lnTo>
                  <a:lnTo>
                    <a:pt x="425828" y="233832"/>
                  </a:lnTo>
                  <a:lnTo>
                    <a:pt x="440303" y="252421"/>
                  </a:lnTo>
                  <a:lnTo>
                    <a:pt x="465694" y="292174"/>
                  </a:lnTo>
                  <a:lnTo>
                    <a:pt x="486987" y="331018"/>
                  </a:lnTo>
                  <a:lnTo>
                    <a:pt x="504184" y="368951"/>
                  </a:lnTo>
                  <a:lnTo>
                    <a:pt x="517285" y="40597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6600"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063751" y="5941528"/>
              <a:ext cx="240154" cy="194080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13787236" y="9565182"/>
            <a:ext cx="6489149" cy="93188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3980">
              <a:lnSpc>
                <a:spcPct val="115300"/>
              </a:lnSpc>
              <a:spcBef>
                <a:spcPts val="100"/>
              </a:spcBef>
            </a:pPr>
            <a:r>
              <a:rPr sz="66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semicolon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135" dirty="0">
                <a:solidFill>
                  <a:srgbClr val="FFFFFF"/>
                </a:solidFill>
                <a:latin typeface="Lucida Sans Unicode"/>
                <a:cs typeface="Lucida Sans Unicode"/>
              </a:rPr>
              <a:t>shows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that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one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property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has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ended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&amp;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it</a:t>
            </a:r>
            <a:r>
              <a:rPr sz="66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is </a:t>
            </a:r>
            <a:r>
              <a:rPr sz="66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important</a:t>
            </a:r>
            <a:r>
              <a:rPr sz="660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to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put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this </a:t>
            </a:r>
            <a:r>
              <a:rPr sz="66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even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though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35" dirty="0">
                <a:solidFill>
                  <a:srgbClr val="FFFFFF"/>
                </a:solidFill>
                <a:latin typeface="Lucida Sans Unicode"/>
                <a:cs typeface="Lucida Sans Unicode"/>
              </a:rPr>
              <a:t>it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66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won't</a:t>
            </a:r>
            <a:r>
              <a:rPr sz="660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 incurr </a:t>
            </a:r>
            <a:r>
              <a:rPr sz="6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error</a:t>
            </a:r>
            <a:endParaRPr sz="66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894131" y="7293262"/>
            <a:ext cx="8940208" cy="2994025"/>
          </a:xfrm>
          <a:custGeom>
            <a:avLst/>
            <a:gdLst/>
            <a:ahLst/>
            <a:cxnLst/>
            <a:rect l="l" t="t" r="r" b="b"/>
            <a:pathLst>
              <a:path w="5394325" h="2994025">
                <a:moveTo>
                  <a:pt x="5393869" y="2993737"/>
                </a:moveTo>
                <a:lnTo>
                  <a:pt x="201749" y="2993737"/>
                </a:lnTo>
                <a:lnTo>
                  <a:pt x="177910" y="2976089"/>
                </a:lnTo>
                <a:lnTo>
                  <a:pt x="142279" y="2943819"/>
                </a:lnTo>
                <a:lnTo>
                  <a:pt x="110010" y="2908188"/>
                </a:lnTo>
                <a:lnTo>
                  <a:pt x="81615" y="2869833"/>
                </a:lnTo>
                <a:lnTo>
                  <a:pt x="57227" y="2829072"/>
                </a:lnTo>
                <a:lnTo>
                  <a:pt x="36977" y="2786223"/>
                </a:lnTo>
                <a:lnTo>
                  <a:pt x="20997" y="2741605"/>
                </a:lnTo>
                <a:lnTo>
                  <a:pt x="9420" y="2695537"/>
                </a:lnTo>
                <a:lnTo>
                  <a:pt x="2377" y="2648338"/>
                </a:lnTo>
                <a:lnTo>
                  <a:pt x="0" y="260032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0" y="110011"/>
                </a:lnTo>
                <a:lnTo>
                  <a:pt x="216266" y="81616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5393869" y="0"/>
                </a:lnTo>
                <a:lnTo>
                  <a:pt x="5393869" y="2993737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 sz="6600"/>
          </a:p>
        </p:txBody>
      </p:sp>
      <p:sp>
        <p:nvSpPr>
          <p:cNvPr id="20" name="object 20"/>
          <p:cNvSpPr txBox="1"/>
          <p:nvPr/>
        </p:nvSpPr>
        <p:spPr>
          <a:xfrm>
            <a:off x="3824725" y="5132371"/>
            <a:ext cx="14082275" cy="10304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576705" algn="l"/>
              </a:tabLst>
            </a:pPr>
            <a:r>
              <a:rPr sz="6600" b="1" spc="-10" dirty="0">
                <a:solidFill>
                  <a:srgbClr val="FFFFFF"/>
                </a:solidFill>
                <a:latin typeface="Trebuchet MS"/>
                <a:cs typeface="Trebuchet MS"/>
              </a:rPr>
              <a:t>color:</a:t>
            </a:r>
            <a:r>
              <a:rPr sz="6600" b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6600" b="1" spc="-335" dirty="0">
                <a:solidFill>
                  <a:srgbClr val="FF3131"/>
                </a:solidFill>
                <a:latin typeface="Trebuchet MS"/>
                <a:cs typeface="Trebuchet MS"/>
              </a:rPr>
              <a:t>red</a:t>
            </a:r>
            <a:r>
              <a:rPr sz="6600" b="1" spc="-1460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6600" baseline="-5005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929069"/>
            <a:ext cx="470979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Including</a:t>
            </a:r>
            <a:r>
              <a:rPr spc="-280" dirty="0"/>
              <a:t> </a:t>
            </a:r>
            <a:r>
              <a:rPr spc="-55" dirty="0"/>
              <a:t>Style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3128" y="2684558"/>
            <a:ext cx="161925" cy="1619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53214" y="2376583"/>
            <a:ext cx="132270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45" dirty="0">
                <a:solidFill>
                  <a:srgbClr val="FFFFFF"/>
                </a:solidFill>
                <a:latin typeface="Trebuchet MS"/>
                <a:cs typeface="Trebuchet MS"/>
              </a:rPr>
              <a:t>Inline</a:t>
            </a:r>
            <a:endParaRPr sz="420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3128" y="5677813"/>
            <a:ext cx="161925" cy="161924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733878" y="3362037"/>
            <a:ext cx="831469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537710" algn="l"/>
                <a:tab pos="7157720" algn="l"/>
              </a:tabLst>
            </a:pPr>
            <a:r>
              <a:rPr sz="3200" b="1" spc="-10" dirty="0">
                <a:solidFill>
                  <a:srgbClr val="17D9FF"/>
                </a:solidFill>
                <a:latin typeface="Trebuchet MS"/>
                <a:cs typeface="Trebuchet MS"/>
              </a:rPr>
              <a:t>&lt;h1</a:t>
            </a:r>
            <a:r>
              <a:rPr sz="3200" b="1" spc="-18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3200" b="1" spc="-45" dirty="0">
                <a:solidFill>
                  <a:srgbClr val="FFA511"/>
                </a:solidFill>
                <a:latin typeface="Trebuchet MS"/>
                <a:cs typeface="Trebuchet MS"/>
              </a:rPr>
              <a:t>style="color:</a:t>
            </a:r>
            <a:r>
              <a:rPr sz="3200" b="1" spc="-180" dirty="0">
                <a:solidFill>
                  <a:srgbClr val="FFA511"/>
                </a:solidFill>
                <a:latin typeface="Trebuchet MS"/>
                <a:cs typeface="Trebuchet MS"/>
              </a:rPr>
              <a:t> </a:t>
            </a:r>
            <a:r>
              <a:rPr sz="3200" b="1" spc="-10" dirty="0">
                <a:solidFill>
                  <a:srgbClr val="FFA511"/>
                </a:solidFill>
                <a:latin typeface="Trebuchet MS"/>
                <a:cs typeface="Trebuchet MS"/>
              </a:rPr>
              <a:t>red"</a:t>
            </a:r>
            <a:r>
              <a:rPr sz="3200" b="1" spc="-10" dirty="0">
                <a:solidFill>
                  <a:srgbClr val="17D9FF"/>
                </a:solidFill>
                <a:latin typeface="Trebuchet MS"/>
                <a:cs typeface="Trebuchet MS"/>
              </a:rPr>
              <a:t>&gt;</a:t>
            </a:r>
            <a:r>
              <a:rPr sz="3200" b="1" dirty="0">
                <a:solidFill>
                  <a:srgbClr val="17D9FF"/>
                </a:solidFill>
                <a:latin typeface="Trebuchet MS"/>
                <a:cs typeface="Trebuchet MS"/>
              </a:rPr>
              <a:t>	</a:t>
            </a:r>
            <a:r>
              <a:rPr sz="4800" b="1" spc="-52" baseline="5208" dirty="0">
                <a:solidFill>
                  <a:srgbClr val="FFFFFF"/>
                </a:solidFill>
                <a:latin typeface="Trebuchet MS"/>
                <a:cs typeface="Trebuchet MS"/>
              </a:rPr>
              <a:t>Apna</a:t>
            </a:r>
            <a:r>
              <a:rPr sz="4800" b="1" spc="-270" baseline="5208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800" b="1" spc="-15" baseline="5208" dirty="0">
                <a:solidFill>
                  <a:srgbClr val="FFFFFF"/>
                </a:solidFill>
                <a:latin typeface="Trebuchet MS"/>
                <a:cs typeface="Trebuchet MS"/>
              </a:rPr>
              <a:t>College</a:t>
            </a:r>
            <a:r>
              <a:rPr sz="4800" b="1" baseline="5208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3200" b="1" spc="-10" dirty="0">
                <a:solidFill>
                  <a:srgbClr val="17D9FF"/>
                </a:solidFill>
                <a:latin typeface="Trebuchet MS"/>
                <a:cs typeface="Trebuchet MS"/>
              </a:rPr>
              <a:t>&lt;/h1&gt;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87475" y="8605413"/>
            <a:ext cx="5132705" cy="6559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89990">
              <a:lnSpc>
                <a:spcPct val="100000"/>
              </a:lnSpc>
              <a:spcBef>
                <a:spcPts val="90"/>
              </a:spcBef>
            </a:pPr>
            <a:r>
              <a:rPr sz="16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Writing</a:t>
            </a:r>
            <a:r>
              <a:rPr sz="16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style</a:t>
            </a:r>
            <a:r>
              <a:rPr sz="16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directly</a:t>
            </a:r>
            <a:r>
              <a:rPr sz="16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inline</a:t>
            </a:r>
            <a:r>
              <a:rPr sz="16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80" dirty="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sz="160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each</a:t>
            </a:r>
            <a:r>
              <a:rPr sz="16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6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element</a:t>
            </a:r>
            <a:endParaRPr sz="160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1190"/>
              </a:spcBef>
            </a:pPr>
            <a:r>
              <a:rPr sz="1550" spc="-80" dirty="0">
                <a:solidFill>
                  <a:srgbClr val="FFFFFF"/>
                </a:solidFill>
                <a:latin typeface="Lucida Sans Unicode"/>
                <a:cs typeface="Lucida Sans Unicode"/>
              </a:rPr>
              <a:t>Style</a:t>
            </a:r>
            <a:r>
              <a:rPr sz="15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50" spc="-75" dirty="0">
                <a:solidFill>
                  <a:srgbClr val="FFFFFF"/>
                </a:solidFill>
                <a:latin typeface="Lucida Sans Unicode"/>
                <a:cs typeface="Lucida Sans Unicode"/>
              </a:rPr>
              <a:t>is</a:t>
            </a:r>
            <a:r>
              <a:rPr sz="15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50" spc="-175" dirty="0">
                <a:solidFill>
                  <a:srgbClr val="FFFFFF"/>
                </a:solidFill>
                <a:latin typeface="Lucida Sans Unicode"/>
                <a:cs typeface="Lucida Sans Unicode"/>
              </a:rPr>
              <a:t>added</a:t>
            </a:r>
            <a:r>
              <a:rPr sz="15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5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using</a:t>
            </a:r>
            <a:r>
              <a:rPr sz="15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5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5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50" spc="-215" dirty="0">
                <a:solidFill>
                  <a:srgbClr val="FFFFFF"/>
                </a:solidFill>
                <a:latin typeface="Lucida Sans Unicode"/>
                <a:cs typeface="Lucida Sans Unicode"/>
              </a:rPr>
              <a:t>&lt;style&gt;</a:t>
            </a:r>
            <a:r>
              <a:rPr sz="15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50" spc="-145" dirty="0">
                <a:solidFill>
                  <a:srgbClr val="FFFFFF"/>
                </a:solidFill>
                <a:latin typeface="Lucida Sans Unicode"/>
                <a:cs typeface="Lucida Sans Unicode"/>
              </a:rPr>
              <a:t>element</a:t>
            </a:r>
            <a:r>
              <a:rPr sz="15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50" spc="-95" dirty="0">
                <a:solidFill>
                  <a:srgbClr val="FFFFFF"/>
                </a:solidFill>
                <a:latin typeface="Lucida Sans Unicode"/>
                <a:cs typeface="Lucida Sans Unicode"/>
              </a:rPr>
              <a:t>in</a:t>
            </a:r>
            <a:r>
              <a:rPr sz="15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5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the</a:t>
            </a:r>
            <a:r>
              <a:rPr sz="15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50" spc="-180" dirty="0">
                <a:solidFill>
                  <a:srgbClr val="FFFFFF"/>
                </a:solidFill>
                <a:latin typeface="Lucida Sans Unicode"/>
                <a:cs typeface="Lucida Sans Unicode"/>
              </a:rPr>
              <a:t>same</a:t>
            </a:r>
            <a:r>
              <a:rPr sz="155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155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document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453214" y="5369838"/>
            <a:ext cx="4258310" cy="3474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dirty="0">
                <a:solidFill>
                  <a:srgbClr val="FFFFFF"/>
                </a:solidFill>
                <a:latin typeface="Trebuchet MS"/>
                <a:cs typeface="Trebuchet MS"/>
              </a:rPr>
              <a:t>&lt;style&gt;</a:t>
            </a:r>
            <a:r>
              <a:rPr sz="42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200" spc="-25" dirty="0">
                <a:solidFill>
                  <a:srgbClr val="FFFFFF"/>
                </a:solidFill>
                <a:latin typeface="Trebuchet MS"/>
                <a:cs typeface="Trebuchet MS"/>
              </a:rPr>
              <a:t>tag</a:t>
            </a:r>
            <a:endParaRPr sz="4200">
              <a:latin typeface="Trebuchet MS"/>
              <a:cs typeface="Trebuchet MS"/>
            </a:endParaRPr>
          </a:p>
          <a:p>
            <a:pPr marR="2263140" algn="ctr">
              <a:lnSpc>
                <a:spcPts val="3815"/>
              </a:lnSpc>
              <a:spcBef>
                <a:spcPts val="3135"/>
              </a:spcBef>
            </a:pPr>
            <a:r>
              <a:rPr sz="3200" b="1" spc="-10" dirty="0">
                <a:solidFill>
                  <a:srgbClr val="FFA511"/>
                </a:solidFill>
                <a:latin typeface="Trebuchet MS"/>
                <a:cs typeface="Trebuchet MS"/>
              </a:rPr>
              <a:t>&lt;style&gt;</a:t>
            </a:r>
            <a:endParaRPr sz="3200">
              <a:latin typeface="Trebuchet MS"/>
              <a:cs typeface="Trebuchet MS"/>
            </a:endParaRPr>
          </a:p>
          <a:p>
            <a:pPr marR="356235" algn="ctr">
              <a:lnSpc>
                <a:spcPts val="3785"/>
              </a:lnSpc>
            </a:pPr>
            <a:r>
              <a:rPr sz="3200" b="1" spc="-50" dirty="0">
                <a:solidFill>
                  <a:srgbClr val="17D9FF"/>
                </a:solidFill>
                <a:latin typeface="Trebuchet MS"/>
                <a:cs typeface="Trebuchet MS"/>
              </a:rPr>
              <a:t>h1</a:t>
            </a:r>
            <a:r>
              <a:rPr sz="3200" b="1" spc="-20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3200" b="1" spc="-484" dirty="0">
                <a:solidFill>
                  <a:srgbClr val="17D9FF"/>
                </a:solidFill>
                <a:latin typeface="Trebuchet MS"/>
                <a:cs typeface="Trebuchet MS"/>
              </a:rPr>
              <a:t>{</a:t>
            </a:r>
            <a:endParaRPr sz="3200">
              <a:latin typeface="Trebuchet MS"/>
              <a:cs typeface="Trebuchet MS"/>
            </a:endParaRPr>
          </a:p>
          <a:p>
            <a:pPr marL="2244090" algn="ctr">
              <a:lnSpc>
                <a:spcPts val="3785"/>
              </a:lnSpc>
            </a:pPr>
            <a:r>
              <a:rPr sz="3200" b="1" spc="-80" dirty="0">
                <a:solidFill>
                  <a:srgbClr val="FFFFFF"/>
                </a:solidFill>
                <a:latin typeface="Trebuchet MS"/>
                <a:cs typeface="Trebuchet MS"/>
              </a:rPr>
              <a:t>color</a:t>
            </a:r>
            <a:r>
              <a:rPr sz="32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spc="-135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3200" b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b="1" spc="-60" dirty="0">
                <a:solidFill>
                  <a:srgbClr val="FFFFFF"/>
                </a:solidFill>
                <a:latin typeface="Trebuchet MS"/>
                <a:cs typeface="Trebuchet MS"/>
              </a:rPr>
              <a:t>red;</a:t>
            </a:r>
            <a:endParaRPr sz="3200">
              <a:latin typeface="Trebuchet MS"/>
              <a:cs typeface="Trebuchet MS"/>
            </a:endParaRPr>
          </a:p>
          <a:p>
            <a:pPr marR="2472055" algn="r">
              <a:lnSpc>
                <a:spcPts val="3785"/>
              </a:lnSpc>
            </a:pPr>
            <a:r>
              <a:rPr sz="3200" b="1" spc="-484" dirty="0">
                <a:solidFill>
                  <a:srgbClr val="17D9FF"/>
                </a:solidFill>
                <a:latin typeface="Trebuchet MS"/>
                <a:cs typeface="Trebuchet MS"/>
              </a:rPr>
              <a:t>}</a:t>
            </a:r>
            <a:endParaRPr sz="3200">
              <a:latin typeface="Trebuchet MS"/>
              <a:cs typeface="Trebuchet MS"/>
            </a:endParaRPr>
          </a:p>
          <a:p>
            <a:pPr marR="2395855" algn="r">
              <a:lnSpc>
                <a:spcPts val="3810"/>
              </a:lnSpc>
            </a:pPr>
            <a:r>
              <a:rPr sz="3200" b="1" spc="-10" dirty="0">
                <a:solidFill>
                  <a:srgbClr val="FFA511"/>
                </a:solidFill>
                <a:latin typeface="Trebuchet MS"/>
                <a:cs typeface="Trebuchet MS"/>
              </a:rPr>
              <a:t>&lt;/style&gt;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2187797" y="7483437"/>
            <a:ext cx="6100445" cy="2804160"/>
          </a:xfrm>
          <a:custGeom>
            <a:avLst/>
            <a:gdLst/>
            <a:ahLst/>
            <a:cxnLst/>
            <a:rect l="l" t="t" r="r" b="b"/>
            <a:pathLst>
              <a:path w="6100444" h="2804159">
                <a:moveTo>
                  <a:pt x="6100202" y="2803561"/>
                </a:moveTo>
                <a:lnTo>
                  <a:pt x="45171" y="2803561"/>
                </a:lnTo>
                <a:lnTo>
                  <a:pt x="36977" y="2786223"/>
                </a:lnTo>
                <a:lnTo>
                  <a:pt x="20997" y="2741605"/>
                </a:lnTo>
                <a:lnTo>
                  <a:pt x="9420" y="2695537"/>
                </a:lnTo>
                <a:lnTo>
                  <a:pt x="2377" y="2648337"/>
                </a:lnTo>
                <a:lnTo>
                  <a:pt x="0" y="260032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6100202" y="0"/>
                </a:lnTo>
                <a:lnTo>
                  <a:pt x="6100202" y="2803561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929068"/>
            <a:ext cx="7839362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100" dirty="0"/>
              <a:t>Including</a:t>
            </a:r>
            <a:r>
              <a:rPr sz="7200" spc="-280" dirty="0"/>
              <a:t> </a:t>
            </a:r>
            <a:r>
              <a:rPr sz="7200" spc="-55" dirty="0"/>
              <a:t>Style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3128" y="3008453"/>
            <a:ext cx="269521" cy="16192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453214" y="2700478"/>
            <a:ext cx="7543418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35" dirty="0">
                <a:solidFill>
                  <a:srgbClr val="17D9FF"/>
                </a:solidFill>
                <a:latin typeface="Trebuchet MS"/>
                <a:cs typeface="Trebuchet MS"/>
              </a:rPr>
              <a:t>External</a:t>
            </a:r>
            <a:r>
              <a:rPr sz="7200" spc="-24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7200" spc="-50" dirty="0">
                <a:solidFill>
                  <a:srgbClr val="17D9FF"/>
                </a:solidFill>
                <a:latin typeface="Trebuchet MS"/>
                <a:cs typeface="Trebuchet MS"/>
              </a:rPr>
              <a:t>Stylesheet</a:t>
            </a:r>
            <a:endParaRPr sz="72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7888" y="6200088"/>
            <a:ext cx="18676221" cy="316663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ts val="13110"/>
              </a:lnSpc>
              <a:spcBef>
                <a:spcPts val="115"/>
              </a:spcBef>
            </a:pPr>
            <a:r>
              <a:rPr sz="7200" dirty="0">
                <a:solidFill>
                  <a:srgbClr val="FFFFFF"/>
                </a:solidFill>
                <a:latin typeface="Trebuchet MS"/>
                <a:cs typeface="Trebuchet MS"/>
              </a:rPr>
              <a:t>Writing</a:t>
            </a:r>
            <a:r>
              <a:rPr sz="7200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spc="240" dirty="0">
                <a:solidFill>
                  <a:srgbClr val="FFFFFF"/>
                </a:solidFill>
                <a:latin typeface="Trebuchet MS"/>
                <a:cs typeface="Trebuchet MS"/>
              </a:rPr>
              <a:t>CSS</a:t>
            </a:r>
            <a:r>
              <a:rPr sz="7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spc="-3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7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72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spc="-60" dirty="0">
                <a:solidFill>
                  <a:srgbClr val="FFFFFF"/>
                </a:solidFill>
                <a:latin typeface="Trebuchet MS"/>
                <a:cs typeface="Trebuchet MS"/>
              </a:rPr>
              <a:t>separate</a:t>
            </a:r>
            <a:r>
              <a:rPr sz="7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spc="-35" dirty="0">
                <a:solidFill>
                  <a:srgbClr val="FFFFFF"/>
                </a:solidFill>
                <a:latin typeface="Trebuchet MS"/>
                <a:cs typeface="Trebuchet MS"/>
              </a:rPr>
              <a:t>do</a:t>
            </a:r>
            <a:r>
              <a:rPr sz="7200" spc="-40" dirty="0">
                <a:solidFill>
                  <a:srgbClr val="FFFFFF"/>
                </a:solidFill>
                <a:latin typeface="Trebuchet MS"/>
                <a:cs typeface="Trebuchet MS"/>
              </a:rPr>
              <a:t>c</a:t>
            </a:r>
            <a:r>
              <a:rPr sz="7200" spc="-85" dirty="0">
                <a:solidFill>
                  <a:srgbClr val="FFFFFF"/>
                </a:solidFill>
                <a:latin typeface="Trebuchet MS"/>
                <a:cs typeface="Trebuchet MS"/>
              </a:rPr>
              <a:t>u</a:t>
            </a:r>
            <a:r>
              <a:rPr sz="7200" spc="-35" dirty="0">
                <a:solidFill>
                  <a:srgbClr val="FFFFFF"/>
                </a:solidFill>
                <a:latin typeface="Trebuchet MS"/>
                <a:cs typeface="Trebuchet MS"/>
              </a:rPr>
              <a:t>m</a:t>
            </a:r>
            <a:r>
              <a:rPr sz="7200" spc="-4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7200" spc="-3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7200" spc="-3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7200" spc="-3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endParaRPr lang="en-US" sz="7200" spc="-30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8100">
              <a:lnSpc>
                <a:spcPts val="13110"/>
              </a:lnSpc>
              <a:spcBef>
                <a:spcPts val="115"/>
              </a:spcBef>
            </a:pPr>
            <a:r>
              <a:rPr sz="7200" spc="-6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7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spc="-55" dirty="0">
                <a:solidFill>
                  <a:srgbClr val="FFFFFF"/>
                </a:solidFill>
                <a:latin typeface="Trebuchet MS"/>
                <a:cs typeface="Trebuchet MS"/>
              </a:rPr>
              <a:t>li</a:t>
            </a:r>
            <a:r>
              <a:rPr lang="en-US" sz="7200" spc="-50" dirty="0">
                <a:solidFill>
                  <a:srgbClr val="FFFFFF"/>
                </a:solidFill>
                <a:latin typeface="Trebuchet MS"/>
                <a:cs typeface="Trebuchet MS"/>
              </a:rPr>
              <a:t>nki</a:t>
            </a:r>
            <a:r>
              <a:rPr sz="7200" spc="-50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7200" spc="-45" dirty="0">
                <a:solidFill>
                  <a:srgbClr val="FFFFFF"/>
                </a:solidFill>
                <a:latin typeface="Trebuchet MS"/>
                <a:cs typeface="Trebuchet MS"/>
              </a:rPr>
              <a:t>g</a:t>
            </a:r>
            <a:r>
              <a:rPr sz="72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spc="-10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lang="en-US" sz="7200" spc="-215" dirty="0">
                <a:solidFill>
                  <a:srgbClr val="FFFFFF"/>
                </a:solidFill>
                <a:latin typeface="Trebuchet MS"/>
                <a:cs typeface="Trebuchet MS"/>
              </a:rPr>
              <a:t>t w</a:t>
            </a:r>
            <a:r>
              <a:rPr sz="7200" spc="-100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lang="en-US" sz="7200" spc="-90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sz="72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spc="170" dirty="0">
                <a:solidFill>
                  <a:srgbClr val="FFFFFF"/>
                </a:solidFill>
                <a:latin typeface="Trebuchet MS"/>
                <a:cs typeface="Trebuchet MS"/>
              </a:rPr>
              <a:t>HTML</a:t>
            </a:r>
            <a:r>
              <a:rPr sz="7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spc="-20" dirty="0">
                <a:solidFill>
                  <a:srgbClr val="FFFFFF"/>
                </a:solidFill>
                <a:latin typeface="Trebuchet MS"/>
                <a:cs typeface="Trebuchet MS"/>
              </a:rPr>
              <a:t>file</a:t>
            </a:r>
            <a:endParaRPr sz="7200" dirty="0">
              <a:latin typeface="Trebuchet MS"/>
              <a:cs typeface="Trebuchet MS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AA6CCBD-7CEC-F606-0D28-C15AA53FD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352" y="5123484"/>
            <a:ext cx="19912847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44" tIns="0" rIns="19044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7200" spc="-35" dirty="0">
                <a:solidFill>
                  <a:srgbClr val="17D9FF"/>
                </a:solidFill>
                <a:latin typeface="Trebuchet MS"/>
              </a:rPr>
              <a:t>&lt;link </a:t>
            </a:r>
            <a:r>
              <a:rPr lang="en-US" altLang="en-US" sz="7200" spc="-35" dirty="0" err="1">
                <a:solidFill>
                  <a:srgbClr val="17D9FF"/>
                </a:solidFill>
                <a:latin typeface="Trebuchet MS"/>
              </a:rPr>
              <a:t>rel</a:t>
            </a:r>
            <a:r>
              <a:rPr lang="en-US" altLang="en-US" sz="7200" spc="-35" dirty="0">
                <a:solidFill>
                  <a:srgbClr val="17D9FF"/>
                </a:solidFill>
                <a:latin typeface="Trebuchet MS"/>
              </a:rPr>
              <a:t>="stylesheet" </a:t>
            </a:r>
            <a:r>
              <a:rPr lang="en-US" altLang="en-US" sz="7200" spc="-35" dirty="0" err="1">
                <a:solidFill>
                  <a:srgbClr val="17D9FF"/>
                </a:solidFill>
                <a:latin typeface="Trebuchet MS"/>
              </a:rPr>
              <a:t>href</a:t>
            </a:r>
            <a:r>
              <a:rPr lang="en-US" altLang="en-US" sz="7200" spc="-35" dirty="0">
                <a:solidFill>
                  <a:srgbClr val="17D9FF"/>
                </a:solidFill>
                <a:latin typeface="Trebuchet MS"/>
              </a:rPr>
              <a:t>="styles.css"&gt;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5" y="929069"/>
            <a:ext cx="24538513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dirty="0"/>
              <a:t>Color</a:t>
            </a:r>
            <a:r>
              <a:rPr sz="8000" spc="-345" dirty="0"/>
              <a:t> </a:t>
            </a:r>
            <a:r>
              <a:rPr sz="8000" spc="-140" dirty="0"/>
              <a:t>Property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245274"/>
            <a:ext cx="26111200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b="1" i="1" spc="-225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8000" b="1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0" b="1" i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8000" b="1" i="1" spc="-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0" b="1" i="1" spc="-105" dirty="0">
                <a:solidFill>
                  <a:srgbClr val="FFFFFF"/>
                </a:solidFill>
                <a:latin typeface="Arial"/>
                <a:cs typeface="Arial"/>
              </a:rPr>
              <a:t>set</a:t>
            </a:r>
            <a:r>
              <a:rPr sz="8000" b="1" i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0" b="1" i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8000" b="1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0" b="1" i="1" spc="-125" dirty="0">
                <a:solidFill>
                  <a:srgbClr val="FFFFFF"/>
                </a:solidFill>
                <a:latin typeface="Arial"/>
                <a:cs typeface="Arial"/>
              </a:rPr>
              <a:t>color </a:t>
            </a:r>
            <a:r>
              <a:rPr sz="8000" b="1" i="1" spc="-2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8000" b="1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0" b="1" i="1" spc="-90" dirty="0">
                <a:solidFill>
                  <a:srgbClr val="17D9FF"/>
                </a:solidFill>
                <a:latin typeface="Arial"/>
                <a:cs typeface="Arial"/>
              </a:rPr>
              <a:t>foreground</a:t>
            </a:r>
            <a:endParaRPr sz="8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44646" y="4052043"/>
            <a:ext cx="7232065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0475" algn="l"/>
              </a:tabLst>
            </a:pPr>
            <a:r>
              <a:rPr sz="8000" spc="-10" dirty="0">
                <a:solidFill>
                  <a:srgbClr val="FFFFFF"/>
                </a:solidFill>
                <a:latin typeface="Trebuchet MS"/>
                <a:cs typeface="Trebuchet MS"/>
              </a:rPr>
              <a:t>color:</a:t>
            </a: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8000" spc="-55" dirty="0">
                <a:solidFill>
                  <a:srgbClr val="FF3131"/>
                </a:solidFill>
                <a:latin typeface="Trebuchet MS"/>
                <a:cs typeface="Trebuchet MS"/>
              </a:rPr>
              <a:t>red</a:t>
            </a:r>
            <a:r>
              <a:rPr sz="8000" spc="-55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8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44646" y="5093443"/>
            <a:ext cx="7856549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0475" algn="l"/>
              </a:tabLst>
            </a:pPr>
            <a:r>
              <a:rPr sz="8000" spc="-10" dirty="0">
                <a:solidFill>
                  <a:srgbClr val="FFFFFF"/>
                </a:solidFill>
                <a:latin typeface="Trebuchet MS"/>
                <a:cs typeface="Trebuchet MS"/>
              </a:rPr>
              <a:t>color:</a:t>
            </a: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8000" spc="-30" dirty="0">
                <a:solidFill>
                  <a:srgbClr val="FFCDF0"/>
                </a:solidFill>
                <a:latin typeface="Trebuchet MS"/>
                <a:cs typeface="Trebuchet MS"/>
              </a:rPr>
              <a:t>pink</a:t>
            </a:r>
            <a:r>
              <a:rPr sz="8000" spc="-30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80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44647" y="6134844"/>
            <a:ext cx="8722100" cy="24750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0475" algn="l"/>
              </a:tabLst>
            </a:pPr>
            <a:r>
              <a:rPr sz="8000" spc="-10" dirty="0">
                <a:solidFill>
                  <a:srgbClr val="FFFFFF"/>
                </a:solidFill>
                <a:latin typeface="Trebuchet MS"/>
                <a:cs typeface="Trebuchet MS"/>
              </a:rPr>
              <a:t>color:</a:t>
            </a: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8000" spc="-20" dirty="0">
                <a:solidFill>
                  <a:srgbClr val="17D9FF"/>
                </a:solidFill>
                <a:latin typeface="Trebuchet MS"/>
                <a:cs typeface="Trebuchet MS"/>
              </a:rPr>
              <a:t>blue</a:t>
            </a:r>
            <a:r>
              <a:rPr sz="8000" spc="-20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8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tabLst>
                <a:tab pos="1260475" algn="l"/>
              </a:tabLst>
            </a:pPr>
            <a:r>
              <a:rPr sz="8000" spc="-10" dirty="0">
                <a:solidFill>
                  <a:srgbClr val="FFFFFF"/>
                </a:solidFill>
                <a:latin typeface="Trebuchet MS"/>
                <a:cs typeface="Trebuchet MS"/>
              </a:rPr>
              <a:t>color:</a:t>
            </a: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8000" spc="-50" dirty="0">
                <a:solidFill>
                  <a:srgbClr val="7DD957"/>
                </a:solidFill>
                <a:latin typeface="Trebuchet MS"/>
                <a:cs typeface="Trebuchet MS"/>
              </a:rPr>
              <a:t>green</a:t>
            </a:r>
            <a:r>
              <a:rPr sz="8000" spc="-50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8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3260" y="953725"/>
            <a:ext cx="24957094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75" dirty="0"/>
              <a:t>Background</a:t>
            </a:r>
            <a:r>
              <a:rPr sz="8800" spc="-340" dirty="0"/>
              <a:t> </a:t>
            </a:r>
            <a:r>
              <a:rPr sz="8800" dirty="0"/>
              <a:t>Color</a:t>
            </a:r>
            <a:r>
              <a:rPr sz="8800" spc="-340" dirty="0"/>
              <a:t> </a:t>
            </a:r>
            <a:r>
              <a:rPr sz="8800" spc="-120" dirty="0"/>
              <a:t>Property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2153" y="2269929"/>
            <a:ext cx="2123185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b="1" i="1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8800" b="1" i="1" spc="-2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800" b="1" i="1" spc="-105" dirty="0">
                <a:solidFill>
                  <a:srgbClr val="FFFFFF"/>
                </a:solidFill>
                <a:latin typeface="Arial"/>
                <a:cs typeface="Arial"/>
              </a:rPr>
              <a:t>set</a:t>
            </a:r>
            <a:r>
              <a:rPr sz="8800" b="1" i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800" b="1" i="1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8800" b="1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800" b="1" i="1" spc="-125" dirty="0">
                <a:solidFill>
                  <a:srgbClr val="FFFFFF"/>
                </a:solidFill>
                <a:latin typeface="Arial"/>
                <a:cs typeface="Arial"/>
              </a:rPr>
              <a:t>color </a:t>
            </a:r>
            <a:r>
              <a:rPr sz="8800" b="1" i="1" spc="-20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8800" b="1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800" b="1" i="1" spc="-90" dirty="0">
                <a:solidFill>
                  <a:srgbClr val="17D9FF"/>
                </a:solidFill>
                <a:latin typeface="Arial"/>
                <a:cs typeface="Arial"/>
              </a:rPr>
              <a:t>background</a:t>
            </a:r>
            <a:endParaRPr sz="8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89537" y="3776459"/>
            <a:ext cx="13478691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2665" algn="l"/>
              </a:tabLst>
            </a:pPr>
            <a:r>
              <a:rPr sz="8800" dirty="0">
                <a:solidFill>
                  <a:srgbClr val="FFFFFF"/>
                </a:solidFill>
                <a:latin typeface="Trebuchet MS"/>
                <a:cs typeface="Trebuchet MS"/>
              </a:rPr>
              <a:t>background-</a:t>
            </a:r>
            <a:r>
              <a:rPr sz="8800" spc="-10" dirty="0">
                <a:solidFill>
                  <a:srgbClr val="FFFFFF"/>
                </a:solidFill>
                <a:latin typeface="Trebuchet MS"/>
                <a:cs typeface="Trebuchet MS"/>
              </a:rPr>
              <a:t>color:</a:t>
            </a:r>
            <a:r>
              <a:rPr sz="88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8800" spc="-55" dirty="0">
                <a:solidFill>
                  <a:srgbClr val="7DD957"/>
                </a:solidFill>
                <a:latin typeface="Trebuchet MS"/>
                <a:cs typeface="Trebuchet MS"/>
              </a:rPr>
              <a:t>green</a:t>
            </a:r>
            <a:r>
              <a:rPr sz="8800" spc="-55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8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9537" y="5527546"/>
            <a:ext cx="13962924" cy="2822824"/>
          </a:xfrm>
          <a:prstGeom prst="rect">
            <a:avLst/>
          </a:prstGeom>
        </p:spPr>
        <p:txBody>
          <a:bodyPr vert="horz" wrap="square" lIns="0" tIns="160020" rIns="0" bIns="0" rtlCol="0">
            <a:spAutoFit/>
          </a:bodyPr>
          <a:lstStyle/>
          <a:p>
            <a:pPr marL="38100" marR="31750">
              <a:lnSpc>
                <a:spcPct val="69800"/>
              </a:lnSpc>
              <a:spcBef>
                <a:spcPts val="1260"/>
              </a:spcBef>
              <a:tabLst>
                <a:tab pos="3568065" algn="l"/>
              </a:tabLst>
            </a:pPr>
            <a:r>
              <a:rPr sz="8800" dirty="0">
                <a:solidFill>
                  <a:srgbClr val="FFFFFF"/>
                </a:solidFill>
                <a:latin typeface="Trebuchet MS"/>
                <a:cs typeface="Trebuchet MS"/>
              </a:rPr>
              <a:t>background-</a:t>
            </a:r>
            <a:r>
              <a:rPr sz="8800" spc="-10" dirty="0">
                <a:solidFill>
                  <a:srgbClr val="FFFFFF"/>
                </a:solidFill>
                <a:latin typeface="Trebuchet MS"/>
                <a:cs typeface="Trebuchet MS"/>
              </a:rPr>
              <a:t>color:</a:t>
            </a:r>
            <a:r>
              <a:rPr sz="88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8800" spc="-20" dirty="0">
                <a:solidFill>
                  <a:srgbClr val="FF3131"/>
                </a:solidFill>
                <a:latin typeface="Trebuchet MS"/>
                <a:cs typeface="Trebuchet MS"/>
              </a:rPr>
              <a:t>red</a:t>
            </a:r>
            <a:r>
              <a:rPr sz="8800" spc="-20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lang="en-US" sz="8800" spc="-20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8100">
              <a:lnSpc>
                <a:spcPct val="100000"/>
              </a:lnSpc>
              <a:spcBef>
                <a:spcPts val="2780"/>
              </a:spcBef>
              <a:tabLst>
                <a:tab pos="3568065" algn="l"/>
              </a:tabLst>
            </a:pPr>
            <a:r>
              <a:rPr sz="8800" dirty="0">
                <a:solidFill>
                  <a:srgbClr val="FFFFFF"/>
                </a:solidFill>
                <a:latin typeface="Trebuchet MS"/>
                <a:cs typeface="Trebuchet MS"/>
              </a:rPr>
              <a:t>background-</a:t>
            </a:r>
            <a:r>
              <a:rPr sz="8800" spc="-10" dirty="0">
                <a:solidFill>
                  <a:srgbClr val="FFFFFF"/>
                </a:solidFill>
                <a:latin typeface="Trebuchet MS"/>
                <a:cs typeface="Trebuchet MS"/>
              </a:rPr>
              <a:t>color:</a:t>
            </a:r>
            <a:r>
              <a:rPr sz="88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8800" spc="-20" dirty="0">
                <a:solidFill>
                  <a:srgbClr val="17D9FF"/>
                </a:solidFill>
                <a:latin typeface="Trebuchet MS"/>
                <a:cs typeface="Trebuchet MS"/>
              </a:rPr>
              <a:t>blue</a:t>
            </a:r>
            <a:r>
              <a:rPr sz="8800" spc="-20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8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9892" y="929068"/>
            <a:ext cx="9129507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/>
              <a:t>Color</a:t>
            </a:r>
            <a:r>
              <a:rPr sz="6000" spc="-345" dirty="0"/>
              <a:t> </a:t>
            </a:r>
            <a:r>
              <a:rPr sz="6000" spc="-3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737114" y="4603177"/>
            <a:ext cx="8168886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60475" algn="l"/>
              </a:tabLst>
            </a:pPr>
            <a:r>
              <a:rPr sz="6000" spc="-10" dirty="0">
                <a:solidFill>
                  <a:srgbClr val="FFFFFF"/>
                </a:solidFill>
                <a:latin typeface="Trebuchet MS"/>
                <a:cs typeface="Trebuchet MS"/>
              </a:rPr>
              <a:t>color:</a:t>
            </a:r>
            <a:r>
              <a:rPr sz="60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6000" spc="-65" dirty="0">
                <a:solidFill>
                  <a:srgbClr val="32BD15"/>
                </a:solidFill>
                <a:latin typeface="Trebuchet MS"/>
                <a:cs typeface="Trebuchet MS"/>
              </a:rPr>
              <a:t>rgb(0,</a:t>
            </a:r>
            <a:r>
              <a:rPr sz="6000" spc="-140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sz="6000" spc="55" dirty="0">
                <a:solidFill>
                  <a:srgbClr val="32BD15"/>
                </a:solidFill>
                <a:latin typeface="Trebuchet MS"/>
                <a:cs typeface="Trebuchet MS"/>
              </a:rPr>
              <a:t>255,</a:t>
            </a:r>
            <a:r>
              <a:rPr sz="6000" spc="-135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sz="6000" spc="-55" dirty="0">
                <a:solidFill>
                  <a:srgbClr val="32BD15"/>
                </a:solidFill>
                <a:latin typeface="Trebuchet MS"/>
                <a:cs typeface="Trebuchet MS"/>
              </a:rPr>
              <a:t>0)</a:t>
            </a:r>
            <a:r>
              <a:rPr sz="6000" spc="-55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60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3517" y="2783344"/>
            <a:ext cx="217817" cy="16987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717564" y="2475368"/>
            <a:ext cx="8493236" cy="230832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50" dirty="0">
                <a:solidFill>
                  <a:srgbClr val="FFFFFF"/>
                </a:solidFill>
                <a:latin typeface="Trebuchet MS"/>
                <a:cs typeface="Trebuchet MS"/>
              </a:rPr>
              <a:t>RGB</a:t>
            </a:r>
            <a:endParaRPr sz="6000" dirty="0">
              <a:latin typeface="Trebuchet MS"/>
              <a:cs typeface="Trebuchet MS"/>
            </a:endParaRPr>
          </a:p>
          <a:p>
            <a:pPr marL="33020">
              <a:lnSpc>
                <a:spcPct val="100000"/>
              </a:lnSpc>
              <a:spcBef>
                <a:spcPts val="3510"/>
              </a:spcBef>
              <a:tabLst>
                <a:tab pos="1280795" algn="l"/>
              </a:tabLst>
            </a:pPr>
            <a:r>
              <a:rPr sz="6000" spc="-10" dirty="0">
                <a:solidFill>
                  <a:srgbClr val="FFFFFF"/>
                </a:solidFill>
                <a:latin typeface="Trebuchet MS"/>
                <a:cs typeface="Trebuchet MS"/>
              </a:rPr>
              <a:t>color:</a:t>
            </a:r>
            <a:r>
              <a:rPr sz="60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6000" dirty="0">
                <a:solidFill>
                  <a:srgbClr val="FF3131"/>
                </a:solidFill>
                <a:latin typeface="Trebuchet MS"/>
                <a:cs typeface="Trebuchet MS"/>
              </a:rPr>
              <a:t>rgb(255,</a:t>
            </a:r>
            <a:r>
              <a:rPr sz="6000" spc="-225" dirty="0">
                <a:solidFill>
                  <a:srgbClr val="FF3131"/>
                </a:solidFill>
                <a:latin typeface="Trebuchet MS"/>
                <a:cs typeface="Trebuchet MS"/>
              </a:rPr>
              <a:t> </a:t>
            </a:r>
            <a:r>
              <a:rPr sz="6000" dirty="0">
                <a:solidFill>
                  <a:srgbClr val="FF3131"/>
                </a:solidFill>
                <a:latin typeface="Trebuchet MS"/>
                <a:cs typeface="Trebuchet MS"/>
              </a:rPr>
              <a:t>0,</a:t>
            </a:r>
            <a:r>
              <a:rPr sz="6000" spc="-220" dirty="0">
                <a:solidFill>
                  <a:srgbClr val="FF3131"/>
                </a:solidFill>
                <a:latin typeface="Trebuchet MS"/>
                <a:cs typeface="Trebuchet MS"/>
              </a:rPr>
              <a:t> </a:t>
            </a:r>
            <a:r>
              <a:rPr sz="6000" spc="-55" dirty="0">
                <a:solidFill>
                  <a:srgbClr val="FF3131"/>
                </a:solidFill>
                <a:latin typeface="Trebuchet MS"/>
                <a:cs typeface="Trebuchet MS"/>
              </a:rPr>
              <a:t>0)</a:t>
            </a:r>
            <a:r>
              <a:rPr sz="6000" spc="-55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6000" dirty="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7200" y="2247900"/>
            <a:ext cx="4810988" cy="5791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929069"/>
            <a:ext cx="19966962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dirty="0"/>
              <a:t>Color</a:t>
            </a:r>
            <a:r>
              <a:rPr sz="8000" spc="-345" dirty="0"/>
              <a:t> </a:t>
            </a:r>
            <a:r>
              <a:rPr sz="8000" spc="-30" dirty="0"/>
              <a:t>Systems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541788" y="5374781"/>
            <a:ext cx="8160151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-35" dirty="0">
                <a:solidFill>
                  <a:srgbClr val="FFFFFF"/>
                </a:solidFill>
                <a:latin typeface="Trebuchet MS"/>
                <a:cs typeface="Trebuchet MS"/>
              </a:rPr>
              <a:t>color:</a:t>
            </a:r>
            <a:r>
              <a:rPr sz="80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65" dirty="0">
                <a:solidFill>
                  <a:srgbClr val="32BD15"/>
                </a:solidFill>
                <a:latin typeface="Trebuchet MS"/>
                <a:cs typeface="Trebuchet MS"/>
              </a:rPr>
              <a:t>#00ff00</a:t>
            </a:r>
            <a:r>
              <a:rPr sz="8000" spc="65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8000" dirty="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491" y="2779394"/>
            <a:ext cx="476382" cy="1619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65234" y="2471419"/>
            <a:ext cx="12912766" cy="29238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ct val="100000"/>
              </a:lnSpc>
              <a:spcBef>
                <a:spcPts val="100"/>
              </a:spcBef>
            </a:pP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Hex</a:t>
            </a:r>
            <a:r>
              <a:rPr sz="80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100" dirty="0">
                <a:solidFill>
                  <a:srgbClr val="FFFFFF"/>
                </a:solidFill>
                <a:latin typeface="Trebuchet MS"/>
                <a:cs typeface="Trebuchet MS"/>
              </a:rPr>
              <a:t>(Hexadecimal)</a:t>
            </a:r>
            <a:endParaRPr sz="80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545"/>
              </a:spcBef>
            </a:pPr>
            <a:r>
              <a:rPr sz="8000" spc="-35" dirty="0">
                <a:solidFill>
                  <a:srgbClr val="FFFFFF"/>
                </a:solidFill>
                <a:latin typeface="Trebuchet MS"/>
                <a:cs typeface="Trebuchet MS"/>
              </a:rPr>
              <a:t>color:</a:t>
            </a:r>
            <a:r>
              <a:rPr sz="80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65" dirty="0">
                <a:solidFill>
                  <a:srgbClr val="FF3131"/>
                </a:solidFill>
                <a:latin typeface="Trebuchet MS"/>
                <a:cs typeface="Trebuchet MS"/>
              </a:rPr>
              <a:t>#ff0000</a:t>
            </a:r>
            <a:r>
              <a:rPr sz="8000" spc="65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lang="en-US" sz="8000" spc="65" dirty="0">
              <a:solidFill>
                <a:srgbClr val="FFFFFF"/>
              </a:solidFill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5" y="929069"/>
            <a:ext cx="2002302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00" dirty="0"/>
              <a:t>Selectors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27376" y="2242008"/>
            <a:ext cx="10764624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30" dirty="0">
                <a:solidFill>
                  <a:srgbClr val="FFFFFF"/>
                </a:solidFill>
                <a:latin typeface="Trebuchet MS"/>
                <a:cs typeface="Trebuchet MS"/>
              </a:rPr>
              <a:t>Universal</a:t>
            </a:r>
            <a:r>
              <a:rPr sz="66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30" dirty="0">
                <a:solidFill>
                  <a:srgbClr val="FFFFFF"/>
                </a:solidFill>
                <a:latin typeface="Trebuchet MS"/>
                <a:cs typeface="Trebuchet MS"/>
              </a:rPr>
              <a:t>Selector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27376" y="4839225"/>
            <a:ext cx="10198854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30" dirty="0">
                <a:solidFill>
                  <a:srgbClr val="FFFFFF"/>
                </a:solidFill>
                <a:latin typeface="Trebuchet MS"/>
                <a:cs typeface="Trebuchet MS"/>
              </a:rPr>
              <a:t>Element</a:t>
            </a:r>
            <a:r>
              <a:rPr sz="6600" spc="-2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25" dirty="0">
                <a:solidFill>
                  <a:srgbClr val="FFFFFF"/>
                </a:solidFill>
                <a:latin typeface="Trebuchet MS"/>
                <a:cs typeface="Trebuchet MS"/>
              </a:rPr>
              <a:t>Selector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8200" y="3350428"/>
            <a:ext cx="3965732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195" dirty="0">
                <a:solidFill>
                  <a:srgbClr val="17D9FF"/>
                </a:solidFill>
                <a:latin typeface="Trebuchet MS"/>
                <a:cs typeface="Trebuchet MS"/>
              </a:rPr>
              <a:t>*</a:t>
            </a:r>
            <a:r>
              <a:rPr sz="660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235" dirty="0">
                <a:solidFill>
                  <a:srgbClr val="17D9FF"/>
                </a:solidFill>
                <a:latin typeface="Trebuchet MS"/>
                <a:cs typeface="Trebuchet MS"/>
              </a:rPr>
              <a:t>{</a:t>
            </a:r>
            <a:r>
              <a:rPr sz="660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160" dirty="0">
                <a:solidFill>
                  <a:srgbClr val="17D9FF"/>
                </a:solidFill>
                <a:latin typeface="Trebuchet MS"/>
                <a:cs typeface="Trebuchet MS"/>
              </a:rPr>
              <a:t>}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27376" y="4450056"/>
            <a:ext cx="9850224" cy="5642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8435">
              <a:lnSpc>
                <a:spcPct val="100000"/>
              </a:lnSpc>
              <a:spcBef>
                <a:spcPts val="100"/>
              </a:spcBef>
            </a:pPr>
            <a:endParaRPr lang="en-US" sz="6600" spc="90" dirty="0">
              <a:solidFill>
                <a:srgbClr val="17D9FF"/>
              </a:solidFill>
              <a:latin typeface="Trebuchet MS"/>
              <a:cs typeface="Trebuchet MS"/>
            </a:endParaRPr>
          </a:p>
          <a:p>
            <a:pPr marL="1448435">
              <a:lnSpc>
                <a:spcPct val="100000"/>
              </a:lnSpc>
              <a:spcBef>
                <a:spcPts val="100"/>
              </a:spcBef>
            </a:pPr>
            <a:endParaRPr lang="en-US" sz="6600" spc="90" dirty="0">
              <a:solidFill>
                <a:srgbClr val="17D9FF"/>
              </a:solidFill>
              <a:latin typeface="Trebuchet MS"/>
              <a:cs typeface="Trebuchet MS"/>
            </a:endParaRPr>
          </a:p>
          <a:p>
            <a:pPr marL="1448435">
              <a:lnSpc>
                <a:spcPct val="100000"/>
              </a:lnSpc>
              <a:spcBef>
                <a:spcPts val="100"/>
              </a:spcBef>
            </a:pPr>
            <a:r>
              <a:rPr sz="6600" spc="90" dirty="0">
                <a:solidFill>
                  <a:srgbClr val="17D9FF"/>
                </a:solidFill>
                <a:latin typeface="Trebuchet MS"/>
                <a:cs typeface="Trebuchet MS"/>
              </a:rPr>
              <a:t>h1</a:t>
            </a:r>
            <a:r>
              <a:rPr sz="660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235" dirty="0">
                <a:solidFill>
                  <a:srgbClr val="17D9FF"/>
                </a:solidFill>
                <a:latin typeface="Trebuchet MS"/>
                <a:cs typeface="Trebuchet MS"/>
              </a:rPr>
              <a:t>{</a:t>
            </a:r>
            <a:r>
              <a:rPr sz="660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50" dirty="0">
                <a:solidFill>
                  <a:srgbClr val="17D9FF"/>
                </a:solidFill>
                <a:latin typeface="Trebuchet MS"/>
                <a:cs typeface="Trebuchet MS"/>
              </a:rPr>
              <a:t>}</a:t>
            </a:r>
            <a:endParaRPr sz="6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6600" dirty="0">
                <a:solidFill>
                  <a:srgbClr val="FFFFFF"/>
                </a:solidFill>
                <a:latin typeface="Trebuchet MS"/>
                <a:cs typeface="Trebuchet MS"/>
              </a:rPr>
              <a:t>Id</a:t>
            </a:r>
            <a:r>
              <a:rPr sz="66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10" dirty="0">
                <a:solidFill>
                  <a:srgbClr val="FFFFFF"/>
                </a:solidFill>
                <a:latin typeface="Trebuchet MS"/>
                <a:cs typeface="Trebuchet MS"/>
              </a:rPr>
              <a:t>Selector</a:t>
            </a:r>
            <a:endParaRPr sz="6600" dirty="0">
              <a:latin typeface="Trebuchet MS"/>
              <a:cs typeface="Trebuchet MS"/>
            </a:endParaRPr>
          </a:p>
          <a:p>
            <a:pPr marL="1192530">
              <a:lnSpc>
                <a:spcPct val="100000"/>
              </a:lnSpc>
              <a:spcBef>
                <a:spcPts val="4130"/>
              </a:spcBef>
            </a:pPr>
            <a:r>
              <a:rPr sz="6600" spc="95" dirty="0">
                <a:solidFill>
                  <a:srgbClr val="17D9FF"/>
                </a:solidFill>
                <a:latin typeface="Trebuchet MS"/>
                <a:cs typeface="Trebuchet MS"/>
              </a:rPr>
              <a:t>#myId</a:t>
            </a:r>
            <a:r>
              <a:rPr sz="660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235" dirty="0">
                <a:solidFill>
                  <a:srgbClr val="17D9FF"/>
                </a:solidFill>
                <a:latin typeface="Trebuchet MS"/>
                <a:cs typeface="Trebuchet MS"/>
              </a:rPr>
              <a:t>{</a:t>
            </a:r>
            <a:r>
              <a:rPr sz="660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105" dirty="0">
                <a:solidFill>
                  <a:srgbClr val="17D9FF"/>
                </a:solidFill>
                <a:latin typeface="Trebuchet MS"/>
                <a:cs typeface="Trebuchet MS"/>
              </a:rPr>
              <a:t>}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837469" y="3563739"/>
            <a:ext cx="22046310" cy="14959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65600">
              <a:lnSpc>
                <a:spcPts val="2570"/>
              </a:lnSpc>
              <a:spcBef>
                <a:spcPts val="100"/>
              </a:spcBef>
            </a:pPr>
            <a:r>
              <a:rPr sz="6600" spc="60" dirty="0">
                <a:solidFill>
                  <a:srgbClr val="FFFFFF"/>
                </a:solidFill>
                <a:latin typeface="Trebuchet MS"/>
                <a:cs typeface="Trebuchet MS"/>
              </a:rPr>
              <a:t>Class</a:t>
            </a:r>
            <a:r>
              <a:rPr sz="66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10" dirty="0">
                <a:solidFill>
                  <a:srgbClr val="FFFFFF"/>
                </a:solidFill>
                <a:latin typeface="Trebuchet MS"/>
                <a:cs typeface="Trebuchet MS"/>
              </a:rPr>
              <a:t>Selecto</a:t>
            </a:r>
            <a:r>
              <a:rPr lang="en-US" sz="6600" spc="-10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</a:p>
          <a:p>
            <a:pPr marL="4165600">
              <a:lnSpc>
                <a:spcPts val="2570"/>
              </a:lnSpc>
              <a:spcBef>
                <a:spcPts val="100"/>
              </a:spcBef>
            </a:pPr>
            <a:endParaRPr lang="en-US" sz="6600" b="1" spc="-10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4165600">
              <a:lnSpc>
                <a:spcPts val="2570"/>
              </a:lnSpc>
              <a:spcBef>
                <a:spcPts val="100"/>
              </a:spcBef>
            </a:pPr>
            <a:endParaRPr lang="en-US" sz="6600" b="1" spc="-10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4165600">
              <a:lnSpc>
                <a:spcPts val="2570"/>
              </a:lnSpc>
              <a:spcBef>
                <a:spcPts val="100"/>
              </a:spcBef>
            </a:pPr>
            <a:r>
              <a:rPr sz="6600" b="1" spc="-10" dirty="0">
                <a:solidFill>
                  <a:srgbClr val="17D9FF"/>
                </a:solidFill>
                <a:latin typeface="Trebuchet MS"/>
                <a:cs typeface="Trebuchet MS"/>
              </a:rPr>
              <a:t>.myClass</a:t>
            </a:r>
            <a:r>
              <a:rPr sz="6600" b="1" spc="-20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b="1" spc="-434" dirty="0">
                <a:solidFill>
                  <a:srgbClr val="17D9FF"/>
                </a:solidFill>
                <a:latin typeface="Trebuchet MS"/>
                <a:cs typeface="Trebuchet MS"/>
              </a:rPr>
              <a:t>{</a:t>
            </a:r>
            <a:r>
              <a:rPr sz="6600" b="1" spc="-19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b="1" spc="-484" dirty="0">
                <a:solidFill>
                  <a:srgbClr val="17D9FF"/>
                </a:solidFill>
                <a:latin typeface="Trebuchet MS"/>
                <a:cs typeface="Trebuchet MS"/>
              </a:rPr>
              <a:t>}</a:t>
            </a:r>
            <a:endParaRPr sz="6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929071"/>
            <a:ext cx="10250494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600" spc="-254" dirty="0"/>
              <a:t>Text</a:t>
            </a:r>
            <a:r>
              <a:rPr sz="9600" spc="-325" dirty="0"/>
              <a:t> </a:t>
            </a:r>
            <a:r>
              <a:rPr sz="9600" spc="-140" dirty="0"/>
              <a:t>Properties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08185" y="3238500"/>
            <a:ext cx="20338830" cy="1676741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lang="en-US" sz="9600" spc="-90" dirty="0">
                <a:solidFill>
                  <a:srgbClr val="17D9FF"/>
                </a:solidFill>
                <a:latin typeface="Trebuchet MS"/>
                <a:cs typeface="Trebuchet MS"/>
              </a:rPr>
              <a:t>t</a:t>
            </a:r>
            <a:r>
              <a:rPr sz="9600" spc="-90" dirty="0">
                <a:solidFill>
                  <a:srgbClr val="17D9FF"/>
                </a:solidFill>
                <a:latin typeface="Trebuchet MS"/>
                <a:cs typeface="Trebuchet MS"/>
              </a:rPr>
              <a:t>ext-</a:t>
            </a:r>
            <a:r>
              <a:rPr sz="9600" spc="-60" dirty="0">
                <a:solidFill>
                  <a:srgbClr val="17D9FF"/>
                </a:solidFill>
                <a:latin typeface="Trebuchet MS"/>
                <a:cs typeface="Trebuchet MS"/>
              </a:rPr>
              <a:t>align</a:t>
            </a:r>
            <a:r>
              <a:rPr sz="9600" spc="-15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9600" spc="-13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96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600" spc="-140" dirty="0">
                <a:solidFill>
                  <a:srgbClr val="FFFFFF"/>
                </a:solidFill>
                <a:latin typeface="Trebuchet MS"/>
                <a:cs typeface="Trebuchet MS"/>
              </a:rPr>
              <a:t>left </a:t>
            </a:r>
            <a:r>
              <a:rPr sz="9600" spc="-240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96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600" spc="-55" dirty="0">
                <a:solidFill>
                  <a:srgbClr val="FFFFFF"/>
                </a:solidFill>
                <a:latin typeface="Trebuchet MS"/>
                <a:cs typeface="Trebuchet MS"/>
              </a:rPr>
              <a:t>right</a:t>
            </a:r>
            <a:r>
              <a:rPr sz="96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600" spc="-240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9600" spc="-10" dirty="0">
                <a:solidFill>
                  <a:srgbClr val="FFFFFF"/>
                </a:solidFill>
                <a:latin typeface="Trebuchet MS"/>
                <a:cs typeface="Trebuchet MS"/>
              </a:rPr>
              <a:t>center</a:t>
            </a:r>
            <a:r>
              <a:rPr sz="960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endParaRPr sz="9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929069"/>
            <a:ext cx="13908094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254" dirty="0"/>
              <a:t>Text</a:t>
            </a:r>
            <a:r>
              <a:rPr sz="8800" spc="-325" dirty="0"/>
              <a:t> </a:t>
            </a:r>
            <a:r>
              <a:rPr sz="8800" spc="-140" dirty="0"/>
              <a:t>Properties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49569" y="1771873"/>
            <a:ext cx="39381753" cy="7494103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8800" spc="-80" dirty="0">
                <a:solidFill>
                  <a:srgbClr val="FFFFFF"/>
                </a:solidFill>
                <a:latin typeface="Trebuchet MS"/>
                <a:cs typeface="Trebuchet MS"/>
              </a:rPr>
              <a:t>text-</a:t>
            </a:r>
            <a:r>
              <a:rPr sz="8800" spc="-10" dirty="0">
                <a:solidFill>
                  <a:srgbClr val="FFFFFF"/>
                </a:solidFill>
                <a:latin typeface="Trebuchet MS"/>
                <a:cs typeface="Trebuchet MS"/>
              </a:rPr>
              <a:t>decoration</a:t>
            </a:r>
            <a:endParaRPr sz="8800" dirty="0">
              <a:latin typeface="Trebuchet MS"/>
              <a:cs typeface="Trebuchet MS"/>
            </a:endParaRPr>
          </a:p>
          <a:p>
            <a:pPr marL="358140">
              <a:lnSpc>
                <a:spcPts val="11775"/>
              </a:lnSpc>
              <a:spcBef>
                <a:spcPts val="3875"/>
              </a:spcBef>
            </a:pPr>
            <a:r>
              <a:rPr lang="en-US" sz="8800" spc="-90" dirty="0">
                <a:solidFill>
                  <a:srgbClr val="17D9FF"/>
                </a:solidFill>
                <a:latin typeface="Trebuchet MS"/>
                <a:cs typeface="Trebuchet MS"/>
              </a:rPr>
              <a:t>text-</a:t>
            </a:r>
            <a:r>
              <a:rPr lang="en-US" sz="8800" spc="-50" dirty="0">
                <a:solidFill>
                  <a:srgbClr val="17D9FF"/>
                </a:solidFill>
                <a:latin typeface="Trebuchet MS"/>
                <a:cs typeface="Trebuchet MS"/>
              </a:rPr>
              <a:t>decoration</a:t>
            </a:r>
            <a:r>
              <a:rPr lang="en-US" sz="8800" spc="-12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lang="en-US" sz="8800" spc="-13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lang="en-US" sz="8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880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underline / </a:t>
            </a:r>
          </a:p>
          <a:p>
            <a:pPr marL="358140">
              <a:lnSpc>
                <a:spcPts val="11775"/>
              </a:lnSpc>
              <a:spcBef>
                <a:spcPts val="3875"/>
              </a:spcBef>
            </a:pPr>
            <a:r>
              <a:rPr lang="en-US" sz="880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line-through /</a:t>
            </a:r>
          </a:p>
          <a:p>
            <a:pPr marL="358140">
              <a:lnSpc>
                <a:spcPts val="11775"/>
              </a:lnSpc>
              <a:spcBef>
                <a:spcPts val="3875"/>
              </a:spcBef>
            </a:pPr>
            <a:r>
              <a:rPr lang="en-US" sz="880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overline dotted red;</a:t>
            </a:r>
            <a:r>
              <a:rPr lang="en-US" sz="8800" spc="-240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endParaRPr lang="en-US" sz="8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929069"/>
            <a:ext cx="15051094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254" dirty="0"/>
              <a:t>Text</a:t>
            </a:r>
            <a:r>
              <a:rPr sz="8800" spc="-325" dirty="0"/>
              <a:t> </a:t>
            </a:r>
            <a:r>
              <a:rPr sz="8800" spc="-140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9600" y="5981700"/>
            <a:ext cx="12332199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30" dirty="0">
                <a:solidFill>
                  <a:srgbClr val="17D9FF"/>
                </a:solidFill>
                <a:latin typeface="Trebuchet MS"/>
                <a:cs typeface="Trebuchet MS"/>
              </a:rPr>
              <a:t>font-</a:t>
            </a:r>
            <a:r>
              <a:rPr sz="8800" spc="-95" dirty="0">
                <a:solidFill>
                  <a:srgbClr val="17D9FF"/>
                </a:solidFill>
                <a:latin typeface="Trebuchet MS"/>
                <a:cs typeface="Trebuchet MS"/>
              </a:rPr>
              <a:t>weight</a:t>
            </a:r>
            <a:r>
              <a:rPr sz="8800" spc="-13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800" spc="-13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8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145" dirty="0">
                <a:solidFill>
                  <a:srgbClr val="FFFFFF"/>
                </a:solidFill>
                <a:latin typeface="Trebuchet MS"/>
                <a:cs typeface="Trebuchet MS"/>
              </a:rPr>
              <a:t>100-</a:t>
            </a:r>
            <a:r>
              <a:rPr sz="8800" spc="120" dirty="0">
                <a:solidFill>
                  <a:srgbClr val="FFFFFF"/>
                </a:solidFill>
                <a:latin typeface="Trebuchet MS"/>
                <a:cs typeface="Trebuchet MS"/>
              </a:rPr>
              <a:t>900</a:t>
            </a:r>
            <a:endParaRPr sz="88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1000" y="1986002"/>
            <a:ext cx="25661654" cy="3407984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358140">
              <a:lnSpc>
                <a:spcPct val="100000"/>
              </a:lnSpc>
              <a:spcBef>
                <a:spcPts val="3875"/>
              </a:spcBef>
            </a:pPr>
            <a:r>
              <a:rPr sz="8800" spc="-30" dirty="0">
                <a:solidFill>
                  <a:srgbClr val="17D9FF"/>
                </a:solidFill>
                <a:latin typeface="Trebuchet MS"/>
                <a:cs typeface="Trebuchet MS"/>
              </a:rPr>
              <a:t>font-</a:t>
            </a:r>
            <a:r>
              <a:rPr sz="8800" spc="-95" dirty="0">
                <a:solidFill>
                  <a:srgbClr val="17D9FF"/>
                </a:solidFill>
                <a:latin typeface="Trebuchet MS"/>
                <a:cs typeface="Trebuchet MS"/>
              </a:rPr>
              <a:t>weight</a:t>
            </a:r>
            <a:r>
              <a:rPr sz="8800" spc="-16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800" spc="-13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20" dirty="0">
                <a:solidFill>
                  <a:srgbClr val="FFFFFF"/>
                </a:solidFill>
                <a:latin typeface="Trebuchet MS"/>
                <a:cs typeface="Trebuchet MS"/>
              </a:rPr>
              <a:t>normal</a:t>
            </a:r>
            <a:r>
              <a:rPr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240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dirty="0">
                <a:solidFill>
                  <a:srgbClr val="FFFFFF"/>
                </a:solidFill>
                <a:latin typeface="Trebuchet MS"/>
                <a:cs typeface="Trebuchet MS"/>
              </a:rPr>
              <a:t>bold</a:t>
            </a:r>
            <a:r>
              <a:rPr sz="88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240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endParaRPr lang="en-US" sz="8800" spc="-150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58140">
              <a:lnSpc>
                <a:spcPct val="100000"/>
              </a:lnSpc>
              <a:spcBef>
                <a:spcPts val="3875"/>
              </a:spcBef>
            </a:pPr>
            <a:r>
              <a:rPr sz="8800" spc="-40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lang="en-US" sz="8800" spc="-40" dirty="0">
                <a:solidFill>
                  <a:srgbClr val="FFFFFF"/>
                </a:solidFill>
                <a:latin typeface="Trebuchet MS"/>
                <a:cs typeface="Trebuchet MS"/>
              </a:rPr>
              <a:t>old</a:t>
            </a:r>
            <a:r>
              <a:rPr sz="8800" spc="-4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8800" spc="-3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47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lang="en-US" sz="8800" spc="-4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85" dirty="0">
                <a:solidFill>
                  <a:srgbClr val="FFFFFF"/>
                </a:solidFill>
                <a:latin typeface="Trebuchet MS"/>
                <a:cs typeface="Trebuchet MS"/>
              </a:rPr>
              <a:t>li</a:t>
            </a:r>
            <a:r>
              <a:rPr lang="en-US" sz="8800" spc="-80" dirty="0">
                <a:solidFill>
                  <a:srgbClr val="FFFFFF"/>
                </a:solidFill>
                <a:latin typeface="Trebuchet MS"/>
                <a:cs typeface="Trebuchet MS"/>
              </a:rPr>
              <a:t>ghter</a:t>
            </a:r>
            <a:endParaRPr sz="88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5611" y="4092457"/>
            <a:ext cx="9632996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30" dirty="0">
                <a:solidFill>
                  <a:srgbClr val="17D9FF"/>
                </a:solidFill>
                <a:latin typeface="Trebuchet MS"/>
                <a:cs typeface="Trebuchet MS"/>
              </a:rPr>
              <a:t>font-</a:t>
            </a:r>
            <a:r>
              <a:rPr sz="8800" spc="-80" dirty="0">
                <a:solidFill>
                  <a:srgbClr val="17D9FF"/>
                </a:solidFill>
                <a:latin typeface="Trebuchet MS"/>
                <a:cs typeface="Trebuchet MS"/>
              </a:rPr>
              <a:t>family</a:t>
            </a:r>
            <a:r>
              <a:rPr sz="8800" spc="-13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800" spc="-130" dirty="0">
                <a:solidFill>
                  <a:srgbClr val="FFFFFF"/>
                </a:solidFill>
                <a:latin typeface="Trebuchet MS"/>
                <a:cs typeface="Trebuchet MS"/>
              </a:rPr>
              <a:t>: </a:t>
            </a:r>
            <a:r>
              <a:rPr sz="8800" spc="-35" dirty="0">
                <a:solidFill>
                  <a:srgbClr val="FFFFFF"/>
                </a:solidFill>
                <a:latin typeface="Trebuchet MS"/>
                <a:cs typeface="Trebuchet MS"/>
              </a:rPr>
              <a:t>arial</a:t>
            </a:r>
            <a:endParaRPr sz="8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7106" y="696239"/>
            <a:ext cx="14974894" cy="3135474"/>
          </a:xfrm>
          <a:prstGeom prst="rect">
            <a:avLst/>
          </a:prstGeom>
        </p:spPr>
        <p:txBody>
          <a:bodyPr vert="horz" wrap="square" lIns="0" tIns="245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sz="8800" spc="-254" dirty="0"/>
              <a:t>Text</a:t>
            </a:r>
            <a:r>
              <a:rPr sz="8800" spc="-325" dirty="0"/>
              <a:t> </a:t>
            </a:r>
            <a:r>
              <a:rPr sz="8800" spc="-140" dirty="0"/>
              <a:t>Properties</a:t>
            </a:r>
          </a:p>
          <a:p>
            <a:pPr marL="134620">
              <a:lnSpc>
                <a:spcPct val="100000"/>
              </a:lnSpc>
              <a:spcBef>
                <a:spcPts val="1375"/>
              </a:spcBef>
            </a:pPr>
            <a:r>
              <a:rPr sz="8800" b="0" spc="-65" dirty="0">
                <a:solidFill>
                  <a:srgbClr val="FFFFFF"/>
                </a:solidFill>
                <a:latin typeface="Trebuchet MS"/>
                <a:cs typeface="Trebuchet MS"/>
              </a:rPr>
              <a:t>font-</a:t>
            </a:r>
            <a:r>
              <a:rPr sz="8800" b="0" spc="-10" dirty="0">
                <a:solidFill>
                  <a:srgbClr val="FFFFFF"/>
                </a:solidFill>
                <a:latin typeface="Trebuchet MS"/>
                <a:cs typeface="Trebuchet MS"/>
              </a:rPr>
              <a:t>family</a:t>
            </a:r>
            <a:endParaRPr sz="88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70210" y="4078647"/>
            <a:ext cx="33117817" cy="136896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8800" spc="-30" dirty="0">
                <a:solidFill>
                  <a:srgbClr val="17D9FF"/>
                </a:solidFill>
                <a:latin typeface="Trebuchet MS"/>
                <a:cs typeface="Trebuchet MS"/>
              </a:rPr>
              <a:t>font-</a:t>
            </a:r>
            <a:r>
              <a:rPr sz="8800" spc="-80" dirty="0">
                <a:solidFill>
                  <a:srgbClr val="17D9FF"/>
                </a:solidFill>
                <a:latin typeface="Trebuchet MS"/>
                <a:cs typeface="Trebuchet MS"/>
              </a:rPr>
              <a:t>family</a:t>
            </a:r>
            <a:r>
              <a:rPr sz="8800" spc="-12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800" spc="-13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105" dirty="0">
                <a:solidFill>
                  <a:srgbClr val="FFFFFF"/>
                </a:solidFill>
                <a:latin typeface="Trebuchet MS"/>
                <a:cs typeface="Trebuchet MS"/>
              </a:rPr>
              <a:t>arial,</a:t>
            </a:r>
            <a:r>
              <a:rPr sz="8800" spc="-1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20" dirty="0" err="1">
                <a:solidFill>
                  <a:srgbClr val="FFFFFF"/>
                </a:solidFill>
                <a:latin typeface="Trebuchet MS"/>
                <a:cs typeface="Trebuchet MS"/>
              </a:rPr>
              <a:t>roboto</a:t>
            </a:r>
            <a:r>
              <a:rPr lang="en-US" sz="8800" spc="-550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8800" baseline="-12262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35230" y="3184322"/>
            <a:ext cx="811773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65" dirty="0">
                <a:solidFill>
                  <a:srgbClr val="17D9FF"/>
                </a:solidFill>
                <a:latin typeface="Trebuchet MS"/>
                <a:cs typeface="Trebuchet MS"/>
              </a:rPr>
              <a:t>pixels</a:t>
            </a:r>
            <a:r>
              <a:rPr sz="8800" spc="-16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800" spc="-165" dirty="0">
                <a:solidFill>
                  <a:srgbClr val="17D9FF"/>
                </a:solidFill>
                <a:latin typeface="Trebuchet MS"/>
                <a:cs typeface="Trebuchet MS"/>
              </a:rPr>
              <a:t>(px)</a:t>
            </a:r>
            <a:endParaRPr sz="8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6000" y="929071"/>
            <a:ext cx="15748000" cy="274690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8800" spc="-114" dirty="0"/>
              <a:t>Units</a:t>
            </a:r>
            <a:r>
              <a:rPr sz="8800" spc="-315" dirty="0"/>
              <a:t> </a:t>
            </a:r>
            <a:r>
              <a:rPr sz="8800" spc="-195" dirty="0"/>
              <a:t>in</a:t>
            </a:r>
            <a:r>
              <a:rPr sz="8800" spc="-315" dirty="0"/>
              <a:t> </a:t>
            </a:r>
            <a:r>
              <a:rPr sz="8800" spc="280" dirty="0"/>
              <a:t>CSS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8800" i="1" spc="-10" dirty="0">
                <a:solidFill>
                  <a:srgbClr val="FFFFFF"/>
                </a:solidFill>
                <a:latin typeface="Trebuchet MS"/>
                <a:cs typeface="Trebuchet MS"/>
              </a:rPr>
              <a:t>Absolute</a:t>
            </a:r>
            <a:endParaRPr sz="8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67003" y="4487137"/>
            <a:ext cx="9297942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dirty="0">
                <a:solidFill>
                  <a:srgbClr val="FFFFFF"/>
                </a:solidFill>
                <a:latin typeface="Trebuchet MS"/>
                <a:cs typeface="Trebuchet MS"/>
              </a:rPr>
              <a:t>96px</a:t>
            </a:r>
            <a:r>
              <a:rPr sz="8800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265" dirty="0">
                <a:solidFill>
                  <a:srgbClr val="FFFFFF"/>
                </a:solidFill>
                <a:latin typeface="Trebuchet MS"/>
                <a:cs typeface="Trebuchet MS"/>
              </a:rPr>
              <a:t>=</a:t>
            </a:r>
            <a:r>
              <a:rPr sz="88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125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8800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20" dirty="0">
                <a:solidFill>
                  <a:srgbClr val="FFFFFF"/>
                </a:solidFill>
                <a:latin typeface="Trebuchet MS"/>
                <a:cs typeface="Trebuchet MS"/>
              </a:rPr>
              <a:t>inch</a:t>
            </a:r>
            <a:endParaRPr sz="8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67003" y="5687287"/>
            <a:ext cx="991626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45" dirty="0">
                <a:solidFill>
                  <a:srgbClr val="FFFFFF"/>
                </a:solidFill>
                <a:latin typeface="Trebuchet MS"/>
                <a:cs typeface="Trebuchet MS"/>
              </a:rPr>
              <a:t>font-</a:t>
            </a:r>
            <a:r>
              <a:rPr sz="8800" spc="-30" dirty="0">
                <a:solidFill>
                  <a:srgbClr val="FFFFFF"/>
                </a:solidFill>
                <a:latin typeface="Trebuchet MS"/>
                <a:cs typeface="Trebuchet MS"/>
              </a:rPr>
              <a:t>size:</a:t>
            </a:r>
            <a:r>
              <a:rPr sz="88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20" dirty="0">
                <a:solidFill>
                  <a:srgbClr val="FFFFFF"/>
                </a:solidFill>
                <a:latin typeface="Trebuchet MS"/>
                <a:cs typeface="Trebuchet MS"/>
              </a:rPr>
              <a:t>2px;</a:t>
            </a:r>
            <a:endParaRPr sz="88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5610" y="4092458"/>
            <a:ext cx="10147529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50" dirty="0">
                <a:solidFill>
                  <a:srgbClr val="17D9FF"/>
                </a:solidFill>
                <a:latin typeface="Trebuchet MS"/>
                <a:cs typeface="Trebuchet MS"/>
              </a:rPr>
              <a:t>line-</a:t>
            </a:r>
            <a:r>
              <a:rPr sz="8800" spc="-65" dirty="0">
                <a:solidFill>
                  <a:srgbClr val="17D9FF"/>
                </a:solidFill>
                <a:latin typeface="Trebuchet MS"/>
                <a:cs typeface="Trebuchet MS"/>
              </a:rPr>
              <a:t>height</a:t>
            </a:r>
            <a:r>
              <a:rPr sz="8800" spc="-12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800" spc="-13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25" dirty="0">
                <a:solidFill>
                  <a:srgbClr val="FFFFFF"/>
                </a:solidFill>
                <a:latin typeface="Trebuchet MS"/>
                <a:cs typeface="Trebuchet MS"/>
              </a:rPr>
              <a:t>2px</a:t>
            </a:r>
            <a:endParaRPr sz="88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7106" y="696246"/>
            <a:ext cx="16803694" cy="3135474"/>
          </a:xfrm>
          <a:prstGeom prst="rect">
            <a:avLst/>
          </a:prstGeom>
        </p:spPr>
        <p:txBody>
          <a:bodyPr vert="horz" wrap="square" lIns="0" tIns="245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sz="8800" spc="-254" dirty="0"/>
              <a:t>Text</a:t>
            </a:r>
            <a:r>
              <a:rPr sz="8800" spc="-325" dirty="0"/>
              <a:t> </a:t>
            </a:r>
            <a:r>
              <a:rPr sz="8800" spc="-140" dirty="0"/>
              <a:t>Properties</a:t>
            </a:r>
          </a:p>
          <a:p>
            <a:pPr marL="134620">
              <a:lnSpc>
                <a:spcPct val="100000"/>
              </a:lnSpc>
              <a:spcBef>
                <a:spcPts val="1375"/>
              </a:spcBef>
            </a:pPr>
            <a:r>
              <a:rPr sz="8800" b="0" spc="-60" dirty="0">
                <a:solidFill>
                  <a:srgbClr val="FFFFFF"/>
                </a:solidFill>
                <a:latin typeface="Trebuchet MS"/>
                <a:cs typeface="Trebuchet MS"/>
              </a:rPr>
              <a:t>line-</a:t>
            </a:r>
            <a:r>
              <a:rPr sz="8800" b="0" spc="-10" dirty="0">
                <a:solidFill>
                  <a:srgbClr val="FFFFFF"/>
                </a:solidFill>
                <a:latin typeface="Trebuchet MS"/>
                <a:cs typeface="Trebuchet MS"/>
              </a:rPr>
              <a:t>height</a:t>
            </a:r>
            <a:endParaRPr sz="8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5611" y="5405661"/>
            <a:ext cx="8694438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50" dirty="0">
                <a:solidFill>
                  <a:srgbClr val="17D9FF"/>
                </a:solidFill>
                <a:latin typeface="Trebuchet MS"/>
                <a:cs typeface="Trebuchet MS"/>
              </a:rPr>
              <a:t>line-</a:t>
            </a:r>
            <a:r>
              <a:rPr sz="8800" spc="-65" dirty="0">
                <a:solidFill>
                  <a:srgbClr val="17D9FF"/>
                </a:solidFill>
                <a:latin typeface="Trebuchet MS"/>
                <a:cs typeface="Trebuchet MS"/>
              </a:rPr>
              <a:t>height</a:t>
            </a:r>
            <a:r>
              <a:rPr sz="8800" spc="-12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800" spc="-13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100" dirty="0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8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5610" y="6715033"/>
            <a:ext cx="1225593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50" dirty="0">
                <a:solidFill>
                  <a:srgbClr val="17D9FF"/>
                </a:solidFill>
                <a:latin typeface="Trebuchet MS"/>
                <a:cs typeface="Trebuchet MS"/>
              </a:rPr>
              <a:t>line-</a:t>
            </a:r>
            <a:r>
              <a:rPr sz="8800" spc="-65" dirty="0">
                <a:solidFill>
                  <a:srgbClr val="17D9FF"/>
                </a:solidFill>
                <a:latin typeface="Trebuchet MS"/>
                <a:cs typeface="Trebuchet MS"/>
              </a:rPr>
              <a:t>height</a:t>
            </a:r>
            <a:r>
              <a:rPr sz="8800" spc="-12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800" spc="-13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800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10" dirty="0">
                <a:solidFill>
                  <a:srgbClr val="FFFFFF"/>
                </a:solidFill>
                <a:latin typeface="Trebuchet MS"/>
                <a:cs typeface="Trebuchet MS"/>
              </a:rPr>
              <a:t>normal</a:t>
            </a:r>
            <a:endParaRPr sz="8800">
              <a:latin typeface="Trebuchet MS"/>
              <a:cs typeface="Trebuchet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929069"/>
            <a:ext cx="9564694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254" dirty="0"/>
              <a:t>Text</a:t>
            </a:r>
            <a:r>
              <a:rPr sz="8800" spc="-325" dirty="0"/>
              <a:t> </a:t>
            </a:r>
            <a:r>
              <a:rPr sz="8800" spc="-140" dirty="0"/>
              <a:t>Properties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2900" y="2628900"/>
            <a:ext cx="17602200" cy="4594719"/>
          </a:xfrm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358140">
              <a:lnSpc>
                <a:spcPts val="11775"/>
              </a:lnSpc>
              <a:spcBef>
                <a:spcPts val="3875"/>
              </a:spcBef>
            </a:pPr>
            <a:r>
              <a:rPr sz="8800" spc="-90" dirty="0">
                <a:solidFill>
                  <a:srgbClr val="17D9FF"/>
                </a:solidFill>
                <a:latin typeface="Trebuchet MS"/>
                <a:cs typeface="Trebuchet MS"/>
              </a:rPr>
              <a:t>text-</a:t>
            </a:r>
            <a:r>
              <a:rPr sz="8800" spc="-40" dirty="0" err="1">
                <a:solidFill>
                  <a:srgbClr val="17D9FF"/>
                </a:solidFill>
                <a:latin typeface="Trebuchet MS"/>
                <a:cs typeface="Trebuchet MS"/>
              </a:rPr>
              <a:t>tranform</a:t>
            </a:r>
            <a:r>
              <a:rPr sz="880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800" spc="-13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8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30" dirty="0">
                <a:solidFill>
                  <a:srgbClr val="FFFFFF"/>
                </a:solidFill>
                <a:latin typeface="Trebuchet MS"/>
                <a:cs typeface="Trebuchet MS"/>
              </a:rPr>
              <a:t>uppercase</a:t>
            </a:r>
            <a:r>
              <a:rPr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240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88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9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8800" spc="-85" dirty="0">
                <a:solidFill>
                  <a:srgbClr val="FFFFFF"/>
                </a:solidFill>
                <a:latin typeface="Trebuchet MS"/>
                <a:cs typeface="Trebuchet MS"/>
              </a:rPr>
              <a:t>o</a:t>
            </a:r>
            <a:r>
              <a:rPr sz="8800" spc="-114" dirty="0">
                <a:solidFill>
                  <a:srgbClr val="FFFFFF"/>
                </a:solidFill>
                <a:latin typeface="Trebuchet MS"/>
                <a:cs typeface="Trebuchet MS"/>
              </a:rPr>
              <a:t>w</a:t>
            </a:r>
            <a:r>
              <a:rPr sz="8800" spc="-9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8800" spc="-85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8800" spc="-90" dirty="0">
                <a:solidFill>
                  <a:srgbClr val="FFFFFF"/>
                </a:solidFill>
                <a:latin typeface="Trebuchet MS"/>
                <a:cs typeface="Trebuchet MS"/>
              </a:rPr>
              <a:t>ca</a:t>
            </a:r>
            <a:r>
              <a:rPr lang="en-US" sz="8800" spc="-85" dirty="0">
                <a:solidFill>
                  <a:srgbClr val="FFFFFF"/>
                </a:solidFill>
                <a:latin typeface="Trebuchet MS"/>
                <a:cs typeface="Trebuchet MS"/>
              </a:rPr>
              <a:t>se/ capitalize </a:t>
            </a:r>
            <a:r>
              <a:rPr sz="8800" spc="-240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spc="-20" dirty="0">
                <a:solidFill>
                  <a:srgbClr val="FFFFFF"/>
                </a:solidFill>
                <a:latin typeface="Trebuchet MS"/>
                <a:cs typeface="Trebuchet MS"/>
              </a:rPr>
              <a:t>none</a:t>
            </a:r>
            <a:endParaRPr sz="8800" dirty="0">
              <a:latin typeface="Trebuchet MS"/>
              <a:cs typeface="Trebuchet MS"/>
            </a:endParaRPr>
          </a:p>
          <a:p>
            <a:pPr marL="4939030">
              <a:lnSpc>
                <a:spcPts val="11775"/>
              </a:lnSpc>
            </a:pPr>
            <a:endParaRPr sz="88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363" y="2953297"/>
            <a:ext cx="161925" cy="16192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363" y="4077247"/>
            <a:ext cx="161925" cy="1619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363" y="5201197"/>
            <a:ext cx="161925" cy="1619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4363" y="6325147"/>
            <a:ext cx="161925" cy="1619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363" y="7449097"/>
            <a:ext cx="161925" cy="16192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64449" y="2645322"/>
            <a:ext cx="1896110" cy="5161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spc="-10" dirty="0">
                <a:solidFill>
                  <a:srgbClr val="FFFFFF"/>
                </a:solidFill>
                <a:latin typeface="Trebuchet MS"/>
                <a:cs typeface="Trebuchet MS"/>
              </a:rPr>
              <a:t>Height</a:t>
            </a:r>
            <a:endParaRPr sz="4200">
              <a:latin typeface="Trebuchet MS"/>
              <a:cs typeface="Trebuchet MS"/>
            </a:endParaRPr>
          </a:p>
          <a:p>
            <a:pPr marL="12700" marR="5080">
              <a:lnSpc>
                <a:spcPct val="175600"/>
              </a:lnSpc>
            </a:pPr>
            <a:r>
              <a:rPr sz="4200" spc="-10" dirty="0">
                <a:solidFill>
                  <a:srgbClr val="FFFFFF"/>
                </a:solidFill>
                <a:latin typeface="Trebuchet MS"/>
                <a:cs typeface="Trebuchet MS"/>
              </a:rPr>
              <a:t>Width Border </a:t>
            </a:r>
            <a:r>
              <a:rPr sz="4200" spc="-30" dirty="0">
                <a:solidFill>
                  <a:srgbClr val="FFFFFF"/>
                </a:solidFill>
                <a:latin typeface="Trebuchet MS"/>
                <a:cs typeface="Trebuchet MS"/>
              </a:rPr>
              <a:t>Padding </a:t>
            </a:r>
            <a:r>
              <a:rPr sz="4200" spc="70" dirty="0">
                <a:solidFill>
                  <a:srgbClr val="FFFFFF"/>
                </a:solidFill>
                <a:latin typeface="Trebuchet MS"/>
                <a:cs typeface="Trebuchet MS"/>
              </a:rPr>
              <a:t>Margin</a:t>
            </a:r>
            <a:endParaRPr sz="4200">
              <a:latin typeface="Trebuchet MS"/>
              <a:cs typeface="Trebuchet MS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5" dirty="0"/>
              <a:t>Box</a:t>
            </a:r>
            <a:r>
              <a:rPr spc="-305" dirty="0"/>
              <a:t> </a:t>
            </a:r>
            <a:r>
              <a:rPr dirty="0"/>
              <a:t>Model</a:t>
            </a:r>
            <a:r>
              <a:rPr spc="-300" dirty="0"/>
              <a:t> </a:t>
            </a:r>
            <a:r>
              <a:rPr spc="-195" dirty="0"/>
              <a:t>in</a:t>
            </a:r>
            <a:r>
              <a:rPr spc="-300" dirty="0"/>
              <a:t> </a:t>
            </a:r>
            <a:r>
              <a:rPr spc="280" dirty="0"/>
              <a:t>CSS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C5949FE2-8AC3-3801-1404-39C9F5A5A7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673"/>
          <a:stretch/>
        </p:blipFill>
        <p:spPr bwMode="auto">
          <a:xfrm>
            <a:off x="609600" y="2089067"/>
            <a:ext cx="15279688" cy="8159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23204" y="5033080"/>
            <a:ext cx="3341913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i="1" spc="-60" dirty="0">
                <a:solidFill>
                  <a:srgbClr val="FFA511"/>
                </a:solidFill>
                <a:latin typeface="Trebuchet MS"/>
                <a:cs typeface="Trebuchet MS"/>
              </a:rPr>
              <a:t>div</a:t>
            </a:r>
            <a:r>
              <a:rPr sz="8800" i="1" spc="-225" dirty="0">
                <a:solidFill>
                  <a:srgbClr val="FFA511"/>
                </a:solidFill>
                <a:latin typeface="Trebuchet MS"/>
                <a:cs typeface="Trebuchet MS"/>
              </a:rPr>
              <a:t> </a:t>
            </a:r>
            <a:r>
              <a:rPr sz="8800" i="1" spc="-345" dirty="0">
                <a:solidFill>
                  <a:srgbClr val="FFA511"/>
                </a:solidFill>
                <a:latin typeface="Trebuchet MS"/>
                <a:cs typeface="Trebuchet MS"/>
              </a:rPr>
              <a:t>{</a:t>
            </a:r>
            <a:endParaRPr sz="8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62400" y="8191500"/>
            <a:ext cx="17716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i="1" spc="-345" dirty="0">
                <a:solidFill>
                  <a:srgbClr val="FFA511"/>
                </a:solidFill>
                <a:latin typeface="Trebuchet MS"/>
                <a:cs typeface="Trebuchet MS"/>
              </a:rPr>
              <a:t>}</a:t>
            </a:r>
            <a:endParaRPr sz="88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85800" y="972197"/>
            <a:ext cx="21223294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8800" spc="-75" dirty="0"/>
              <a:t>Height</a:t>
            </a:r>
            <a:r>
              <a:rPr lang="en-US" sz="8800" spc="-75" dirty="0"/>
              <a:t> </a:t>
            </a:r>
            <a:r>
              <a:rPr lang="en-US" sz="8800" spc="60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8800" spc="-110" dirty="0">
                <a:solidFill>
                  <a:srgbClr val="FFFFFF"/>
                </a:solidFill>
                <a:latin typeface="Trebuchet MS"/>
                <a:cs typeface="Trebuchet MS"/>
              </a:rPr>
              <a:t>default,</a:t>
            </a:r>
            <a: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it </a:t>
            </a:r>
            <a:r>
              <a:rPr lang="en-US" sz="8800" spc="-25" dirty="0">
                <a:solidFill>
                  <a:srgbClr val="FFFFFF"/>
                </a:solidFill>
                <a:latin typeface="Trebuchet MS"/>
                <a:cs typeface="Trebuchet MS"/>
              </a:rPr>
              <a:t>sets</a:t>
            </a:r>
            <a:r>
              <a:rPr lang="en-US" sz="88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8800" spc="-9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b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</a:br>
            <a:r>
              <a:rPr lang="en-US" sz="8800" spc="-70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8800" spc="-65" dirty="0">
                <a:solidFill>
                  <a:srgbClr val="FFFFFF"/>
                </a:solidFill>
                <a:latin typeface="Trebuchet MS"/>
                <a:cs typeface="Trebuchet MS"/>
              </a:rPr>
              <a:t>area</a:t>
            </a:r>
            <a: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8800" spc="-65" dirty="0">
                <a:solidFill>
                  <a:srgbClr val="17D9FF"/>
                </a:solidFill>
                <a:latin typeface="Trebuchet MS"/>
                <a:cs typeface="Trebuchet MS"/>
              </a:rPr>
              <a:t>height</a:t>
            </a:r>
            <a:r>
              <a:rPr lang="en-US" sz="880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lang="en-US" sz="8800" spc="-2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8800" spc="-9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b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</a:br>
            <a:r>
              <a:rPr lang="en-US" sz="8800" spc="-10" dirty="0">
                <a:solidFill>
                  <a:srgbClr val="FFFFFF"/>
                </a:solidFill>
                <a:latin typeface="Trebuchet MS"/>
                <a:cs typeface="Trebuchet MS"/>
              </a:rPr>
              <a:t>element</a:t>
            </a:r>
            <a:endParaRPr sz="8800" spc="-75" dirty="0"/>
          </a:p>
        </p:txBody>
      </p:sp>
      <p:sp>
        <p:nvSpPr>
          <p:cNvPr id="12" name="object 12"/>
          <p:cNvSpPr txBox="1"/>
          <p:nvPr/>
        </p:nvSpPr>
        <p:spPr>
          <a:xfrm>
            <a:off x="4876800" y="5143500"/>
            <a:ext cx="9171305" cy="287713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984500" algn="ctr">
              <a:lnSpc>
                <a:spcPts val="11575"/>
              </a:lnSpc>
              <a:spcBef>
                <a:spcPts val="115"/>
              </a:spcBef>
            </a:pPr>
            <a:endParaRPr sz="8800" dirty="0">
              <a:latin typeface="Verdana"/>
              <a:cs typeface="Verdana"/>
            </a:endParaRPr>
          </a:p>
          <a:p>
            <a:pPr marL="38100">
              <a:lnSpc>
                <a:spcPts val="11575"/>
              </a:lnSpc>
              <a:tabLst>
                <a:tab pos="1898014" algn="l"/>
              </a:tabLst>
            </a:pPr>
            <a:r>
              <a:rPr sz="8800" i="1" spc="-10" dirty="0">
                <a:solidFill>
                  <a:srgbClr val="FFFFFF"/>
                </a:solidFill>
                <a:latin typeface="Trebuchet MS"/>
                <a:cs typeface="Trebuchet MS"/>
              </a:rPr>
              <a:t>height:</a:t>
            </a:r>
            <a:r>
              <a:rPr sz="8800" i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8800" i="1" spc="-245" dirty="0">
                <a:solidFill>
                  <a:srgbClr val="FFFFFF"/>
                </a:solidFill>
                <a:latin typeface="Trebuchet MS"/>
                <a:cs typeface="Trebuchet MS"/>
              </a:rPr>
              <a:t>50p</a:t>
            </a:r>
            <a:r>
              <a:rPr sz="8800" i="1" spc="-250" dirty="0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r>
              <a:rPr sz="8800" i="1" spc="-1610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8800" baseline="-6256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73289" y="4533070"/>
            <a:ext cx="5094513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i="1" spc="-60" dirty="0">
                <a:solidFill>
                  <a:srgbClr val="FFA511"/>
                </a:solidFill>
                <a:latin typeface="Trebuchet MS"/>
                <a:cs typeface="Trebuchet MS"/>
              </a:rPr>
              <a:t>div</a:t>
            </a:r>
            <a:r>
              <a:rPr sz="8800" i="1" spc="-225" dirty="0">
                <a:solidFill>
                  <a:srgbClr val="FFA511"/>
                </a:solidFill>
                <a:latin typeface="Trebuchet MS"/>
                <a:cs typeface="Trebuchet MS"/>
              </a:rPr>
              <a:t> </a:t>
            </a:r>
            <a:r>
              <a:rPr sz="8800" i="1" spc="-345" dirty="0">
                <a:solidFill>
                  <a:srgbClr val="FFA511"/>
                </a:solidFill>
                <a:latin typeface="Trebuchet MS"/>
                <a:cs typeface="Trebuchet MS"/>
              </a:rPr>
              <a:t>{</a:t>
            </a:r>
            <a:endParaRPr sz="88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43380" y="8137071"/>
            <a:ext cx="177165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i="1" spc="-345" dirty="0">
                <a:solidFill>
                  <a:srgbClr val="FFA511"/>
                </a:solidFill>
                <a:latin typeface="Trebuchet MS"/>
                <a:cs typeface="Trebuchet MS"/>
              </a:rPr>
              <a:t>}</a:t>
            </a:r>
            <a:endParaRPr sz="88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1306" y="932357"/>
            <a:ext cx="17946694" cy="4075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8800" spc="-10" dirty="0"/>
              <a:t>Width</a:t>
            </a:r>
            <a:r>
              <a:rPr lang="en-US" sz="8800" spc="-10" dirty="0"/>
              <a:t> </a:t>
            </a:r>
            <a:r>
              <a:rPr lang="en-US" sz="8800" spc="60" dirty="0">
                <a:solidFill>
                  <a:srgbClr val="FFFFFF"/>
                </a:solidFill>
                <a:latin typeface="Trebuchet MS"/>
                <a:cs typeface="Trebuchet MS"/>
              </a:rPr>
              <a:t>By</a:t>
            </a:r>
            <a:r>
              <a:rPr lang="en-US" sz="88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8800" spc="-110" dirty="0">
                <a:solidFill>
                  <a:srgbClr val="FFFFFF"/>
                </a:solidFill>
                <a:latin typeface="Trebuchet MS"/>
                <a:cs typeface="Trebuchet MS"/>
              </a:rPr>
              <a:t>default,</a:t>
            </a:r>
            <a: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it </a:t>
            </a:r>
            <a:r>
              <a:rPr lang="en-US" sz="8800" spc="-25" dirty="0">
                <a:solidFill>
                  <a:srgbClr val="FFFFFF"/>
                </a:solidFill>
                <a:latin typeface="Trebuchet MS"/>
                <a:cs typeface="Trebuchet MS"/>
              </a:rPr>
              <a:t>sets</a:t>
            </a:r>
            <a: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8800" spc="-9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8800" spc="-70" dirty="0">
                <a:solidFill>
                  <a:srgbClr val="FFFFFF"/>
                </a:solidFill>
                <a:latin typeface="Trebuchet MS"/>
                <a:cs typeface="Trebuchet MS"/>
              </a:rPr>
              <a:t>content</a:t>
            </a:r>
            <a: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8800" spc="-65" dirty="0">
                <a:solidFill>
                  <a:srgbClr val="FFFFFF"/>
                </a:solidFill>
                <a:latin typeface="Trebuchet MS"/>
                <a:cs typeface="Trebuchet MS"/>
              </a:rPr>
              <a:t>area</a:t>
            </a:r>
            <a:r>
              <a:rPr lang="en-US" sz="88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8800" spc="-85" dirty="0">
                <a:solidFill>
                  <a:srgbClr val="17D9FF"/>
                </a:solidFill>
                <a:latin typeface="Trebuchet MS"/>
                <a:cs typeface="Trebuchet MS"/>
              </a:rPr>
              <a:t>width</a:t>
            </a:r>
            <a:r>
              <a:rPr lang="en-US" sz="880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lang="en-US" sz="8800" spc="-2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8800" spc="-9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lang="en-US" sz="88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8800" spc="-10" dirty="0">
                <a:solidFill>
                  <a:srgbClr val="FFFFFF"/>
                </a:solidFill>
                <a:latin typeface="Trebuchet MS"/>
                <a:cs typeface="Trebuchet MS"/>
              </a:rPr>
              <a:t>element</a:t>
            </a:r>
            <a:br>
              <a:rPr lang="en-US" sz="8800" dirty="0">
                <a:latin typeface="Trebuchet MS"/>
                <a:cs typeface="Trebuchet MS"/>
              </a:rPr>
            </a:br>
            <a:endParaRPr sz="8800" spc="-10" dirty="0"/>
          </a:p>
        </p:txBody>
      </p:sp>
      <p:sp>
        <p:nvSpPr>
          <p:cNvPr id="12" name="object 12"/>
          <p:cNvSpPr txBox="1"/>
          <p:nvPr/>
        </p:nvSpPr>
        <p:spPr>
          <a:xfrm>
            <a:off x="4320239" y="4427965"/>
            <a:ext cx="9077960" cy="287713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891790" algn="ctr">
              <a:lnSpc>
                <a:spcPts val="11575"/>
              </a:lnSpc>
              <a:spcBef>
                <a:spcPts val="115"/>
              </a:spcBef>
            </a:pPr>
            <a:endParaRPr sz="8800" dirty="0">
              <a:latin typeface="Verdana"/>
              <a:cs typeface="Verdana"/>
            </a:endParaRPr>
          </a:p>
          <a:p>
            <a:pPr marL="38100">
              <a:lnSpc>
                <a:spcPts val="11575"/>
              </a:lnSpc>
              <a:tabLst>
                <a:tab pos="1711960" algn="l"/>
              </a:tabLst>
            </a:pPr>
            <a:r>
              <a:rPr sz="8800" i="1" spc="-10" dirty="0">
                <a:solidFill>
                  <a:srgbClr val="FFFFFF"/>
                </a:solidFill>
                <a:latin typeface="Trebuchet MS"/>
                <a:cs typeface="Trebuchet MS"/>
              </a:rPr>
              <a:t>width:</a:t>
            </a:r>
            <a:r>
              <a:rPr sz="8800" i="1" dirty="0">
                <a:solidFill>
                  <a:srgbClr val="FFFFFF"/>
                </a:solidFill>
                <a:latin typeface="Trebuchet MS"/>
                <a:cs typeface="Trebuchet MS"/>
              </a:rPr>
              <a:t>	</a:t>
            </a:r>
            <a:r>
              <a:rPr sz="8800" i="1" spc="-254" dirty="0">
                <a:solidFill>
                  <a:srgbClr val="FFFFFF"/>
                </a:solidFill>
                <a:latin typeface="Trebuchet MS"/>
                <a:cs typeface="Trebuchet MS"/>
              </a:rPr>
              <a:t>50p</a:t>
            </a:r>
            <a:r>
              <a:rPr lang="en-US" sz="8800" i="1" spc="-260" dirty="0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r>
              <a:rPr lang="en-US" sz="8800" i="1" spc="-780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8800" baseline="-6256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3400" y="3143019"/>
            <a:ext cx="11288408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i="1" spc="-20" dirty="0">
                <a:solidFill>
                  <a:srgbClr val="FFFFFF"/>
                </a:solidFill>
                <a:latin typeface="Trebuchet MS"/>
                <a:cs typeface="Trebuchet MS"/>
              </a:rPr>
              <a:t>border-</a:t>
            </a:r>
            <a:r>
              <a:rPr sz="8800" i="1" spc="-130" dirty="0">
                <a:solidFill>
                  <a:srgbClr val="FFFFFF"/>
                </a:solidFill>
                <a:latin typeface="Trebuchet MS"/>
                <a:cs typeface="Trebuchet MS"/>
              </a:rPr>
              <a:t>width</a:t>
            </a:r>
            <a:r>
              <a:rPr sz="8800" i="1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i="1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800" i="1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800" i="1" spc="-20" dirty="0">
                <a:solidFill>
                  <a:srgbClr val="FFFFFF"/>
                </a:solidFill>
                <a:latin typeface="Trebuchet MS"/>
                <a:cs typeface="Trebuchet MS"/>
              </a:rPr>
              <a:t>2px;</a:t>
            </a:r>
            <a:endParaRPr sz="88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92203" y="4409900"/>
            <a:ext cx="2265921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i="1" spc="-20" dirty="0">
                <a:solidFill>
                  <a:srgbClr val="FFFFFF"/>
                </a:solidFill>
                <a:latin typeface="Trebuchet MS"/>
              </a:rPr>
              <a:t>border-style : solid/dott</a:t>
            </a:r>
            <a:r>
              <a:rPr lang="en-US" sz="8800" i="1" spc="-20" dirty="0">
                <a:solidFill>
                  <a:srgbClr val="FFFFFF"/>
                </a:solidFill>
                <a:latin typeface="Trebuchet MS"/>
              </a:rPr>
              <a:t>ed/dashed</a:t>
            </a:r>
            <a:endParaRPr sz="8800" i="1" spc="-20" dirty="0">
              <a:solidFill>
                <a:srgbClr val="FFFFFF"/>
              </a:solidFill>
              <a:latin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80480" y="5776941"/>
            <a:ext cx="1333500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i="1" spc="-20" dirty="0">
                <a:solidFill>
                  <a:srgbClr val="FFFFFF"/>
                </a:solidFill>
                <a:latin typeface="Trebuchet MS"/>
              </a:rPr>
              <a:t>border-color : </a:t>
            </a:r>
            <a:r>
              <a:rPr lang="en-US" sz="8800" i="1" spc="-20" dirty="0">
                <a:solidFill>
                  <a:srgbClr val="FFFFFF"/>
                </a:solidFill>
                <a:latin typeface="Trebuchet MS"/>
              </a:rPr>
              <a:t>green</a:t>
            </a:r>
            <a:r>
              <a:rPr sz="8800" i="1" spc="-20" dirty="0">
                <a:solidFill>
                  <a:srgbClr val="FFFFFF"/>
                </a:solidFill>
                <a:latin typeface="Trebuchet MS"/>
              </a:rPr>
              <a:t>;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15892" y="929068"/>
            <a:ext cx="15911316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6600" spc="-10" dirty="0"/>
              <a:t>Border</a:t>
            </a:r>
            <a:r>
              <a:rPr lang="en-US" sz="6600" spc="-10" dirty="0"/>
              <a:t> </a:t>
            </a:r>
            <a:r>
              <a:rPr sz="6600" b="0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sz="6600" b="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b="0" spc="-5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6600" b="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b="0" spc="-75" dirty="0">
                <a:solidFill>
                  <a:srgbClr val="FFFFFF"/>
                </a:solidFill>
                <a:latin typeface="Trebuchet MS"/>
                <a:cs typeface="Trebuchet MS"/>
              </a:rPr>
              <a:t>set</a:t>
            </a:r>
            <a:r>
              <a:rPr sz="6600" b="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b="0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6600" b="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b="0" spc="-10" dirty="0">
                <a:solidFill>
                  <a:srgbClr val="FFFFFF"/>
                </a:solidFill>
                <a:latin typeface="Trebuchet MS"/>
                <a:cs typeface="Trebuchet MS"/>
              </a:rPr>
              <a:t>element's</a:t>
            </a:r>
            <a:r>
              <a:rPr sz="6600" b="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b="0" spc="-10" dirty="0">
                <a:solidFill>
                  <a:srgbClr val="17D9FF"/>
                </a:solidFill>
                <a:latin typeface="Trebuchet MS"/>
                <a:cs typeface="Trebuchet MS"/>
              </a:rPr>
              <a:t>border</a:t>
            </a:r>
            <a:endParaRPr sz="8000" dirty="0">
              <a:latin typeface="Trebuchet MS"/>
              <a:cs typeface="Trebuchet MS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344400" y="6258299"/>
            <a:ext cx="3868477" cy="3047999"/>
            <a:chOff x="12407563" y="318911"/>
            <a:chExt cx="3295650" cy="3295650"/>
          </a:xfrm>
        </p:grpSpPr>
        <p:sp>
          <p:nvSpPr>
            <p:cNvPr id="8" name="object 8"/>
            <p:cNvSpPr/>
            <p:nvPr/>
          </p:nvSpPr>
          <p:spPr>
            <a:xfrm>
              <a:off x="12512338" y="423686"/>
              <a:ext cx="3086100" cy="3086100"/>
            </a:xfrm>
            <a:custGeom>
              <a:avLst/>
              <a:gdLst/>
              <a:ahLst/>
              <a:cxnLst/>
              <a:rect l="l" t="t" r="r" b="b"/>
              <a:pathLst>
                <a:path w="3086100" h="3086100">
                  <a:moveTo>
                    <a:pt x="3086100" y="3086100"/>
                  </a:moveTo>
                  <a:lnTo>
                    <a:pt x="0" y="3086100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086100" y="3086100"/>
                  </a:lnTo>
                  <a:close/>
                </a:path>
              </a:pathLst>
            </a:custGeom>
            <a:solidFill>
              <a:srgbClr val="1A6A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512338" y="423686"/>
              <a:ext cx="3086100" cy="3086100"/>
            </a:xfrm>
            <a:custGeom>
              <a:avLst/>
              <a:gdLst/>
              <a:ahLst/>
              <a:cxnLst/>
              <a:rect l="l" t="t" r="r" b="b"/>
              <a:pathLst>
                <a:path w="3086100" h="3086100">
                  <a:moveTo>
                    <a:pt x="0" y="0"/>
                  </a:moveTo>
                  <a:lnTo>
                    <a:pt x="3086099" y="0"/>
                  </a:lnTo>
                  <a:lnTo>
                    <a:pt x="3086099" y="3086099"/>
                  </a:lnTo>
                  <a:lnTo>
                    <a:pt x="0" y="3086099"/>
                  </a:lnTo>
                  <a:lnTo>
                    <a:pt x="0" y="0"/>
                  </a:lnTo>
                </a:path>
              </a:pathLst>
            </a:custGeom>
            <a:ln w="209549">
              <a:solidFill>
                <a:srgbClr val="74D6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5892" y="929069"/>
            <a:ext cx="7366108" cy="27956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8000" spc="-100" dirty="0"/>
              <a:t>Border</a:t>
            </a:r>
          </a:p>
          <a:p>
            <a:pPr marL="12700">
              <a:lnSpc>
                <a:spcPct val="100000"/>
              </a:lnSpc>
              <a:spcBef>
                <a:spcPts val="2490"/>
              </a:spcBef>
            </a:pPr>
            <a:r>
              <a:rPr sz="8000" b="0" spc="-10" dirty="0">
                <a:solidFill>
                  <a:srgbClr val="17D9FF"/>
                </a:solidFill>
                <a:latin typeface="Trebuchet MS"/>
                <a:cs typeface="Trebuchet MS"/>
              </a:rPr>
              <a:t>Shorthand</a:t>
            </a:r>
            <a:endParaRPr sz="8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676400" y="4520573"/>
            <a:ext cx="20992559" cy="1245854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8000" i="1" spc="-20" dirty="0">
                <a:solidFill>
                  <a:srgbClr val="FFFFFF"/>
                </a:solidFill>
                <a:latin typeface="Trebuchet MS"/>
                <a:cs typeface="Trebuchet MS"/>
              </a:rPr>
              <a:t>border</a:t>
            </a:r>
            <a:r>
              <a:rPr sz="8000" i="1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i="1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000" i="1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i="1" dirty="0">
                <a:solidFill>
                  <a:srgbClr val="FFFFFF"/>
                </a:solidFill>
                <a:latin typeface="Trebuchet MS"/>
                <a:cs typeface="Trebuchet MS"/>
              </a:rPr>
              <a:t>2px</a:t>
            </a:r>
            <a:r>
              <a:rPr sz="8000" i="1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i="1" spc="-35" dirty="0">
                <a:solidFill>
                  <a:srgbClr val="FFFFFF"/>
                </a:solidFill>
                <a:latin typeface="Trebuchet MS"/>
                <a:cs typeface="Trebuchet MS"/>
              </a:rPr>
              <a:t>solid</a:t>
            </a:r>
            <a:r>
              <a:rPr sz="8000" i="1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i="1" spc="-35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sz="8000" i="1" spc="-30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8000" i="1" spc="-35" dirty="0">
                <a:solidFill>
                  <a:srgbClr val="FFFFFF"/>
                </a:solidFill>
                <a:latin typeface="Trebuchet MS"/>
                <a:cs typeface="Trebuchet MS"/>
              </a:rPr>
              <a:t>ac</a:t>
            </a:r>
            <a:r>
              <a:rPr sz="8000" i="1" spc="-1680" dirty="0">
                <a:solidFill>
                  <a:srgbClr val="FFFFFF"/>
                </a:solidFill>
                <a:latin typeface="Trebuchet MS"/>
                <a:cs typeface="Trebuchet MS"/>
              </a:rPr>
              <a:t>k</a:t>
            </a:r>
            <a:endParaRPr sz="8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015892" y="885856"/>
            <a:ext cx="16738708" cy="2518673"/>
          </a:xfrm>
          <a:prstGeom prst="rect">
            <a:avLst/>
          </a:prstGeom>
        </p:spPr>
        <p:txBody>
          <a:bodyPr vert="horz" wrap="square" lIns="0" tIns="55914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8000" spc="-10" dirty="0"/>
              <a:t>Border</a:t>
            </a:r>
            <a:r>
              <a:rPr lang="en-US" sz="8000" spc="-10" dirty="0"/>
              <a:t> </a:t>
            </a:r>
            <a:r>
              <a:rPr sz="8000" b="0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sz="8000" b="0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b="0" spc="-6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8000" b="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b="0" dirty="0">
                <a:solidFill>
                  <a:srgbClr val="17D9FF"/>
                </a:solidFill>
                <a:latin typeface="Trebuchet MS"/>
                <a:cs typeface="Trebuchet MS"/>
              </a:rPr>
              <a:t>round</a:t>
            </a:r>
            <a:r>
              <a:rPr sz="8000" b="0" spc="-18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000" b="0" spc="-95" dirty="0">
                <a:solidFill>
                  <a:srgbClr val="17D9FF"/>
                </a:solidFill>
                <a:latin typeface="Trebuchet MS"/>
                <a:cs typeface="Trebuchet MS"/>
              </a:rPr>
              <a:t>the</a:t>
            </a:r>
            <a:r>
              <a:rPr sz="8000" b="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000" b="0" dirty="0">
                <a:solidFill>
                  <a:srgbClr val="17D9FF"/>
                </a:solidFill>
                <a:latin typeface="Trebuchet MS"/>
                <a:cs typeface="Trebuchet MS"/>
              </a:rPr>
              <a:t>corners</a:t>
            </a:r>
            <a:r>
              <a:rPr sz="8000" b="0" spc="-18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000" b="0" spc="-2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8000" b="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b="0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8000" b="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b="0" spc="-10" dirty="0">
                <a:solidFill>
                  <a:srgbClr val="FFFFFF"/>
                </a:solidFill>
                <a:latin typeface="Trebuchet MS"/>
                <a:cs typeface="Trebuchet MS"/>
              </a:rPr>
              <a:t>element's</a:t>
            </a:r>
            <a:r>
              <a:rPr sz="8000" b="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b="0" spc="-50" dirty="0">
                <a:solidFill>
                  <a:srgbClr val="FFFFFF"/>
                </a:solidFill>
                <a:latin typeface="Trebuchet MS"/>
                <a:cs typeface="Trebuchet MS"/>
              </a:rPr>
              <a:t>outer</a:t>
            </a:r>
            <a:r>
              <a:rPr sz="8000" b="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b="0" spc="-10" dirty="0">
                <a:solidFill>
                  <a:srgbClr val="FFFFFF"/>
                </a:solidFill>
                <a:latin typeface="Trebuchet MS"/>
                <a:cs typeface="Trebuchet MS"/>
              </a:rPr>
              <a:t>border</a:t>
            </a:r>
            <a:r>
              <a:rPr sz="8000" b="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b="0" spc="-20" dirty="0">
                <a:solidFill>
                  <a:srgbClr val="FFFFFF"/>
                </a:solidFill>
                <a:latin typeface="Trebuchet MS"/>
                <a:cs typeface="Trebuchet MS"/>
              </a:rPr>
              <a:t>edge</a:t>
            </a:r>
            <a:endParaRPr sz="80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590800" y="4305300"/>
            <a:ext cx="10241915" cy="3662348"/>
          </a:xfrm>
          <a:prstGeom prst="rect">
            <a:avLst/>
          </a:prstGeom>
        </p:spPr>
        <p:txBody>
          <a:bodyPr vert="horz" wrap="square" lIns="0" tIns="438784" rIns="0" bIns="0" rtlCol="0">
            <a:spAutoFit/>
          </a:bodyPr>
          <a:lstStyle/>
          <a:p>
            <a:pPr marL="38100" marR="30480">
              <a:lnSpc>
                <a:spcPct val="74900"/>
              </a:lnSpc>
              <a:spcBef>
                <a:spcPts val="3454"/>
              </a:spcBef>
              <a:tabLst>
                <a:tab pos="5057140" algn="l"/>
                <a:tab pos="5137150" algn="l"/>
              </a:tabLst>
            </a:pPr>
            <a:r>
              <a:rPr sz="8000" i="1" spc="-20" dirty="0">
                <a:solidFill>
                  <a:srgbClr val="FFFFFF"/>
                </a:solidFill>
                <a:latin typeface="Trebuchet MS"/>
                <a:cs typeface="Trebuchet MS"/>
              </a:rPr>
              <a:t>border-</a:t>
            </a:r>
            <a:r>
              <a:rPr sz="8000" i="1" dirty="0">
                <a:solidFill>
                  <a:srgbClr val="FFFFFF"/>
                </a:solidFill>
                <a:latin typeface="Trebuchet MS"/>
                <a:cs typeface="Trebuchet MS"/>
              </a:rPr>
              <a:t>radius</a:t>
            </a:r>
            <a:r>
              <a:rPr sz="8000" i="1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i="1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000" i="1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i="1" spc="-10" dirty="0">
                <a:solidFill>
                  <a:srgbClr val="FFFFFF"/>
                </a:solidFill>
                <a:latin typeface="Trebuchet MS"/>
                <a:cs typeface="Trebuchet MS"/>
              </a:rPr>
              <a:t>10px;</a:t>
            </a:r>
            <a:r>
              <a:rPr sz="8000" i="1" dirty="0">
                <a:solidFill>
                  <a:srgbClr val="FFFFFF"/>
                </a:solidFill>
                <a:latin typeface="Trebuchet MS"/>
                <a:cs typeface="Trebuchet MS"/>
              </a:rPr>
              <a:t>		</a:t>
            </a:r>
            <a:endParaRPr lang="en-US" sz="8000" i="1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8100" marR="30480">
              <a:lnSpc>
                <a:spcPct val="74900"/>
              </a:lnSpc>
              <a:spcBef>
                <a:spcPts val="3454"/>
              </a:spcBef>
              <a:tabLst>
                <a:tab pos="5057140" algn="l"/>
                <a:tab pos="5137150" algn="l"/>
              </a:tabLst>
            </a:pPr>
            <a:r>
              <a:rPr sz="8000" i="1" spc="-20" dirty="0">
                <a:solidFill>
                  <a:srgbClr val="FFFFFF"/>
                </a:solidFill>
                <a:latin typeface="Trebuchet MS"/>
                <a:cs typeface="Trebuchet MS"/>
              </a:rPr>
              <a:t>border-</a:t>
            </a:r>
            <a:r>
              <a:rPr sz="8000" i="1" dirty="0">
                <a:solidFill>
                  <a:srgbClr val="FFFFFF"/>
                </a:solidFill>
                <a:latin typeface="Trebuchet MS"/>
                <a:cs typeface="Trebuchet MS"/>
              </a:rPr>
              <a:t>radius</a:t>
            </a:r>
            <a:r>
              <a:rPr sz="8000" i="1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i="1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000" i="1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i="1" spc="145" dirty="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r>
              <a:rPr lang="en-US" sz="8000" i="1" spc="-565" dirty="0">
                <a:solidFill>
                  <a:srgbClr val="FFFFFF"/>
                </a:solidFill>
                <a:latin typeface="Trebuchet MS"/>
                <a:cs typeface="Trebuchet MS"/>
              </a:rPr>
              <a:t>0 % ;</a:t>
            </a:r>
            <a:endParaRPr sz="8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2655" y="2834547"/>
            <a:ext cx="133350" cy="1333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29461" y="2564672"/>
            <a:ext cx="24841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0" dirty="0">
                <a:solidFill>
                  <a:srgbClr val="FFFFFF"/>
                </a:solidFill>
                <a:latin typeface="Trebuchet MS"/>
                <a:cs typeface="Trebuchet MS"/>
              </a:rPr>
              <a:t>padding-</a:t>
            </a:r>
            <a:r>
              <a:rPr sz="3600" spc="-20" dirty="0">
                <a:solidFill>
                  <a:srgbClr val="FFFFFF"/>
                </a:solidFill>
                <a:latin typeface="Trebuchet MS"/>
                <a:cs typeface="Trebuchet MS"/>
              </a:rPr>
              <a:t>left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655" y="3977547"/>
            <a:ext cx="133350" cy="1333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29461" y="3707672"/>
            <a:ext cx="27559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padding-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right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2655" y="5120547"/>
            <a:ext cx="133350" cy="133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29461" y="4850672"/>
            <a:ext cx="24828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padding-top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2655" y="6263547"/>
            <a:ext cx="133350" cy="1333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29461" y="5993672"/>
            <a:ext cx="32759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padding-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bottom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027106" y="929069"/>
            <a:ext cx="2564765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Padding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6015953" y="1104425"/>
            <a:ext cx="7772399" cy="7890034"/>
            <a:chOff x="8765825" y="377666"/>
            <a:chExt cx="3295650" cy="3295650"/>
          </a:xfrm>
        </p:grpSpPr>
        <p:sp>
          <p:nvSpPr>
            <p:cNvPr id="14" name="object 14"/>
            <p:cNvSpPr/>
            <p:nvPr/>
          </p:nvSpPr>
          <p:spPr>
            <a:xfrm>
              <a:off x="8870600" y="482441"/>
              <a:ext cx="3086100" cy="3086100"/>
            </a:xfrm>
            <a:custGeom>
              <a:avLst/>
              <a:gdLst/>
              <a:ahLst/>
              <a:cxnLst/>
              <a:rect l="l" t="t" r="r" b="b"/>
              <a:pathLst>
                <a:path w="3086100" h="3086100">
                  <a:moveTo>
                    <a:pt x="3086100" y="3086100"/>
                  </a:moveTo>
                  <a:lnTo>
                    <a:pt x="0" y="3086100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086100" y="3086100"/>
                  </a:lnTo>
                  <a:close/>
                </a:path>
              </a:pathLst>
            </a:custGeom>
            <a:solidFill>
              <a:srgbClr val="1A6A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870600" y="482441"/>
              <a:ext cx="3086100" cy="3086100"/>
            </a:xfrm>
            <a:custGeom>
              <a:avLst/>
              <a:gdLst/>
              <a:ahLst/>
              <a:cxnLst/>
              <a:rect l="l" t="t" r="r" b="b"/>
              <a:pathLst>
                <a:path w="3086100" h="3086100">
                  <a:moveTo>
                    <a:pt x="0" y="0"/>
                  </a:moveTo>
                  <a:lnTo>
                    <a:pt x="3086099" y="0"/>
                  </a:lnTo>
                  <a:lnTo>
                    <a:pt x="3086099" y="3086099"/>
                  </a:lnTo>
                  <a:lnTo>
                    <a:pt x="0" y="3086099"/>
                  </a:lnTo>
                  <a:lnTo>
                    <a:pt x="0" y="0"/>
                  </a:lnTo>
                </a:path>
              </a:pathLst>
            </a:custGeom>
            <a:ln w="209549">
              <a:solidFill>
                <a:srgbClr val="74D6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0318535" y="2852425"/>
              <a:ext cx="190500" cy="619125"/>
            </a:xfrm>
            <a:custGeom>
              <a:avLst/>
              <a:gdLst/>
              <a:ahLst/>
              <a:cxnLst/>
              <a:rect l="l" t="t" r="r" b="b"/>
              <a:pathLst>
                <a:path w="190500" h="619125">
                  <a:moveTo>
                    <a:pt x="190484" y="153856"/>
                  </a:moveTo>
                  <a:lnTo>
                    <a:pt x="190484" y="159878"/>
                  </a:lnTo>
                  <a:lnTo>
                    <a:pt x="188333" y="163643"/>
                  </a:lnTo>
                  <a:lnTo>
                    <a:pt x="182255" y="167196"/>
                  </a:lnTo>
                  <a:lnTo>
                    <a:pt x="179222" y="167613"/>
                  </a:lnTo>
                  <a:lnTo>
                    <a:pt x="173391" y="166068"/>
                  </a:lnTo>
                  <a:lnTo>
                    <a:pt x="170969" y="164200"/>
                  </a:lnTo>
                  <a:lnTo>
                    <a:pt x="107726" y="55175"/>
                  </a:lnTo>
                  <a:lnTo>
                    <a:pt x="107726" y="563396"/>
                  </a:lnTo>
                  <a:lnTo>
                    <a:pt x="170969" y="454376"/>
                  </a:lnTo>
                  <a:lnTo>
                    <a:pt x="173391" y="452508"/>
                  </a:lnTo>
                  <a:lnTo>
                    <a:pt x="179222" y="450963"/>
                  </a:lnTo>
                  <a:lnTo>
                    <a:pt x="182255" y="451380"/>
                  </a:lnTo>
                  <a:lnTo>
                    <a:pt x="188333" y="454932"/>
                  </a:lnTo>
                  <a:lnTo>
                    <a:pt x="190484" y="458698"/>
                  </a:lnTo>
                  <a:lnTo>
                    <a:pt x="190484" y="464719"/>
                  </a:lnTo>
                  <a:lnTo>
                    <a:pt x="189949" y="466687"/>
                  </a:lnTo>
                  <a:lnTo>
                    <a:pt x="103000" y="616415"/>
                  </a:lnTo>
                  <a:lnTo>
                    <a:pt x="99255" y="618576"/>
                  </a:lnTo>
                  <a:lnTo>
                    <a:pt x="91229" y="618576"/>
                  </a:lnTo>
                  <a:lnTo>
                    <a:pt x="87483" y="616415"/>
                  </a:lnTo>
                  <a:lnTo>
                    <a:pt x="535" y="466687"/>
                  </a:lnTo>
                  <a:lnTo>
                    <a:pt x="0" y="464719"/>
                  </a:lnTo>
                  <a:lnTo>
                    <a:pt x="0" y="458698"/>
                  </a:lnTo>
                  <a:lnTo>
                    <a:pt x="2150" y="454932"/>
                  </a:lnTo>
                  <a:lnTo>
                    <a:pt x="8229" y="451380"/>
                  </a:lnTo>
                  <a:lnTo>
                    <a:pt x="11261" y="450963"/>
                  </a:lnTo>
                  <a:lnTo>
                    <a:pt x="17092" y="452508"/>
                  </a:lnTo>
                  <a:lnTo>
                    <a:pt x="19515" y="454376"/>
                  </a:lnTo>
                  <a:lnTo>
                    <a:pt x="82757" y="563396"/>
                  </a:lnTo>
                  <a:lnTo>
                    <a:pt x="82757" y="55175"/>
                  </a:lnTo>
                  <a:lnTo>
                    <a:pt x="19515" y="164200"/>
                  </a:lnTo>
                  <a:lnTo>
                    <a:pt x="17092" y="166068"/>
                  </a:lnTo>
                  <a:lnTo>
                    <a:pt x="11261" y="167613"/>
                  </a:lnTo>
                  <a:lnTo>
                    <a:pt x="8229" y="167196"/>
                  </a:lnTo>
                  <a:lnTo>
                    <a:pt x="2150" y="163643"/>
                  </a:lnTo>
                  <a:lnTo>
                    <a:pt x="0" y="159878"/>
                  </a:lnTo>
                  <a:lnTo>
                    <a:pt x="0" y="153856"/>
                  </a:lnTo>
                  <a:lnTo>
                    <a:pt x="535" y="151889"/>
                  </a:lnTo>
                  <a:lnTo>
                    <a:pt x="85467" y="5638"/>
                  </a:lnTo>
                  <a:lnTo>
                    <a:pt x="87483" y="2161"/>
                  </a:lnTo>
                  <a:lnTo>
                    <a:pt x="91229" y="0"/>
                  </a:lnTo>
                  <a:lnTo>
                    <a:pt x="99255" y="0"/>
                  </a:lnTo>
                  <a:lnTo>
                    <a:pt x="103000" y="2161"/>
                  </a:lnTo>
                  <a:lnTo>
                    <a:pt x="189949" y="151889"/>
                  </a:lnTo>
                  <a:lnTo>
                    <a:pt x="190484" y="1538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7010400" y="7601664"/>
            <a:ext cx="2279303" cy="7527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800" spc="-10" dirty="0">
                <a:latin typeface="Trebuchet MS"/>
                <a:cs typeface="Trebuchet MS"/>
              </a:rPr>
              <a:t>Padding</a:t>
            </a:r>
            <a:endParaRPr sz="4800" dirty="0">
              <a:latin typeface="Trebuchet MS"/>
              <a:cs typeface="Trebuchet M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34E62D-A9B8-0BA8-BCB3-73A3042D54D3}"/>
              </a:ext>
            </a:extLst>
          </p:cNvPr>
          <p:cNvSpPr/>
          <p:nvPr/>
        </p:nvSpPr>
        <p:spPr>
          <a:xfrm>
            <a:off x="7806652" y="3202670"/>
            <a:ext cx="4191000" cy="377136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bject 18"/>
          <p:cNvSpPr txBox="1"/>
          <p:nvPr/>
        </p:nvSpPr>
        <p:spPr>
          <a:xfrm>
            <a:off x="8082394" y="4183100"/>
            <a:ext cx="3352800" cy="2008242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endParaRPr sz="6000" dirty="0">
              <a:latin typeface="Times New Roman"/>
              <a:cs typeface="Times New Roman"/>
            </a:endParaRPr>
          </a:p>
          <a:p>
            <a:pPr marL="303530">
              <a:lnSpc>
                <a:spcPct val="100000"/>
              </a:lnSpc>
            </a:pPr>
            <a:r>
              <a:rPr sz="6000" spc="-10" dirty="0">
                <a:latin typeface="Trebuchet MS"/>
                <a:cs typeface="Trebuchet MS"/>
              </a:rPr>
              <a:t>content</a:t>
            </a:r>
            <a:endParaRPr sz="6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20857" y="3766659"/>
            <a:ext cx="344424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i="1" dirty="0">
                <a:solidFill>
                  <a:srgbClr val="FFFFFF"/>
                </a:solidFill>
                <a:latin typeface="Trebuchet MS"/>
                <a:cs typeface="Trebuchet MS"/>
              </a:rPr>
              <a:t>padding:</a:t>
            </a:r>
            <a:r>
              <a:rPr sz="4000" i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i="1" spc="-10" dirty="0">
                <a:solidFill>
                  <a:srgbClr val="FFFFFF"/>
                </a:solidFill>
                <a:latin typeface="Trebuchet MS"/>
                <a:cs typeface="Trebuchet MS"/>
              </a:rPr>
              <a:t>50px;</a:t>
            </a:r>
            <a:endParaRPr sz="40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15892" y="929069"/>
            <a:ext cx="2575560" cy="16833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pc="-80" dirty="0"/>
              <a:t>Padding</a:t>
            </a:r>
          </a:p>
          <a:p>
            <a:pPr marL="12700">
              <a:lnSpc>
                <a:spcPct val="100000"/>
              </a:lnSpc>
              <a:spcBef>
                <a:spcPts val="2490"/>
              </a:spcBef>
            </a:pPr>
            <a:r>
              <a:rPr sz="3200" b="0" spc="-10" dirty="0">
                <a:solidFill>
                  <a:srgbClr val="17D9FF"/>
                </a:solidFill>
                <a:latin typeface="Trebuchet MS"/>
                <a:cs typeface="Trebuchet MS"/>
              </a:rPr>
              <a:t>Shorthand</a:t>
            </a:r>
            <a:endParaRPr sz="32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20857" y="4005437"/>
            <a:ext cx="10191115" cy="1581202"/>
          </a:xfrm>
          <a:prstGeom prst="rect">
            <a:avLst/>
          </a:prstGeom>
        </p:spPr>
        <p:txBody>
          <a:bodyPr vert="horz" wrap="square" lIns="0" tIns="458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10"/>
              </a:spcBef>
            </a:pPr>
            <a:r>
              <a:rPr sz="4000" i="1" dirty="0">
                <a:solidFill>
                  <a:srgbClr val="FFFFFF"/>
                </a:solidFill>
                <a:latin typeface="Trebuchet MS"/>
                <a:cs typeface="Trebuchet MS"/>
              </a:rPr>
              <a:t>padding:</a:t>
            </a:r>
            <a:r>
              <a:rPr sz="4000" i="1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i="1" dirty="0">
                <a:solidFill>
                  <a:srgbClr val="FFFFFF"/>
                </a:solidFill>
                <a:latin typeface="Trebuchet MS"/>
                <a:cs typeface="Trebuchet MS"/>
              </a:rPr>
              <a:t>1px</a:t>
            </a:r>
            <a:r>
              <a:rPr sz="4000" i="1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4000" i="1" dirty="0">
                <a:solidFill>
                  <a:srgbClr val="FFFFFF"/>
                </a:solidFill>
                <a:latin typeface="Trebuchet MS"/>
                <a:cs typeface="Trebuchet MS"/>
              </a:rPr>
              <a:t>2p</a:t>
            </a:r>
            <a:r>
              <a:rPr lang="en-US" sz="4000" i="1" dirty="0">
                <a:solidFill>
                  <a:srgbClr val="FFFFFF"/>
                </a:solidFill>
                <a:latin typeface="Trebuchet MS"/>
                <a:cs typeface="Trebuchet MS"/>
              </a:rPr>
              <a:t>x 3px 4</a:t>
            </a:r>
            <a:r>
              <a:rPr sz="4000" i="1" spc="-5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sz="4000" i="1" spc="-55" dirty="0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r>
              <a:rPr lang="en-US" sz="4000" i="1" spc="-45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lang="en-US" sz="16650" baseline="2502" dirty="0">
              <a:latin typeface="Verdana"/>
              <a:cs typeface="Verdana"/>
            </a:endParaRPr>
          </a:p>
          <a:p>
            <a:pPr marR="179705" algn="ctr">
              <a:lnSpc>
                <a:spcPct val="100000"/>
              </a:lnSpc>
              <a:spcBef>
                <a:spcPts val="819"/>
              </a:spcBef>
            </a:pPr>
            <a:r>
              <a:rPr lang="en-US" sz="2600" spc="-35" dirty="0">
                <a:solidFill>
                  <a:srgbClr val="32BD15"/>
                </a:solidFill>
                <a:latin typeface="Trebuchet MS"/>
                <a:cs typeface="Trebuchet MS"/>
              </a:rPr>
              <a:t>top</a:t>
            </a:r>
            <a:r>
              <a:rPr lang="en-US" sz="2600" spc="-130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lang="en-US" sz="2600" spc="-590" dirty="0">
                <a:solidFill>
                  <a:srgbClr val="32BD15"/>
                </a:solidFill>
                <a:latin typeface="Trebuchet MS"/>
                <a:cs typeface="Trebuchet MS"/>
              </a:rPr>
              <a:t>|</a:t>
            </a:r>
            <a:r>
              <a:rPr lang="en-US" sz="2600" spc="-125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lang="en-US" sz="2600" spc="-35" dirty="0">
                <a:solidFill>
                  <a:srgbClr val="32BD15"/>
                </a:solidFill>
                <a:latin typeface="Trebuchet MS"/>
                <a:cs typeface="Trebuchet MS"/>
              </a:rPr>
              <a:t>right</a:t>
            </a:r>
            <a:r>
              <a:rPr lang="en-US" sz="2600" spc="-125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lang="en-US" sz="2600" spc="-590" dirty="0">
                <a:solidFill>
                  <a:srgbClr val="32BD15"/>
                </a:solidFill>
                <a:latin typeface="Trebuchet MS"/>
                <a:cs typeface="Trebuchet MS"/>
              </a:rPr>
              <a:t>|</a:t>
            </a:r>
            <a:r>
              <a:rPr lang="en-US" sz="2600" spc="-125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lang="en-US" sz="2600" spc="-45" dirty="0">
                <a:solidFill>
                  <a:srgbClr val="32BD15"/>
                </a:solidFill>
                <a:latin typeface="Trebuchet MS"/>
                <a:cs typeface="Trebuchet MS"/>
              </a:rPr>
              <a:t>bottom</a:t>
            </a:r>
            <a:r>
              <a:rPr lang="en-US" sz="2600" spc="-125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lang="en-US" sz="2600" spc="-590" dirty="0">
                <a:solidFill>
                  <a:srgbClr val="32BD15"/>
                </a:solidFill>
                <a:latin typeface="Trebuchet MS"/>
                <a:cs typeface="Trebuchet MS"/>
              </a:rPr>
              <a:t>|</a:t>
            </a:r>
            <a:r>
              <a:rPr lang="en-US" sz="2600" spc="-125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lang="en-US" sz="2600" spc="-105" dirty="0">
                <a:solidFill>
                  <a:srgbClr val="32BD15"/>
                </a:solidFill>
                <a:latin typeface="Trebuchet MS"/>
                <a:cs typeface="Trebuchet MS"/>
              </a:rPr>
              <a:t>left</a:t>
            </a:r>
            <a:r>
              <a:rPr lang="en-US" sz="2600" spc="-130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lang="en-US" sz="2600" spc="114" dirty="0">
                <a:solidFill>
                  <a:srgbClr val="32BD15"/>
                </a:solidFill>
                <a:latin typeface="Trebuchet MS"/>
                <a:cs typeface="Trebuchet MS"/>
              </a:rPr>
              <a:t>-</a:t>
            </a:r>
            <a:r>
              <a:rPr lang="en-US" sz="2600" spc="175" dirty="0">
                <a:solidFill>
                  <a:srgbClr val="32BD15"/>
                </a:solidFill>
                <a:latin typeface="Trebuchet MS"/>
                <a:cs typeface="Trebuchet MS"/>
              </a:rPr>
              <a:t>&gt;</a:t>
            </a:r>
            <a:r>
              <a:rPr lang="en-US" sz="2600" spc="-125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lang="en-US" sz="2600" spc="-10" dirty="0">
                <a:solidFill>
                  <a:srgbClr val="32BD15"/>
                </a:solidFill>
                <a:latin typeface="Trebuchet MS"/>
                <a:cs typeface="Trebuchet MS"/>
              </a:rPr>
              <a:t>clockwise</a:t>
            </a:r>
            <a:endParaRPr lang="en-US"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2655" y="2834546"/>
            <a:ext cx="133350" cy="1333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329461" y="2564672"/>
            <a:ext cx="25495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margin-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right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12655" y="3977546"/>
            <a:ext cx="133350" cy="1333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329461" y="3707671"/>
            <a:ext cx="22777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60" dirty="0">
                <a:solidFill>
                  <a:srgbClr val="FFFFFF"/>
                </a:solidFill>
                <a:latin typeface="Trebuchet MS"/>
                <a:cs typeface="Trebuchet MS"/>
              </a:rPr>
              <a:t>margin-</a:t>
            </a:r>
            <a:r>
              <a:rPr sz="3600" spc="-20" dirty="0">
                <a:solidFill>
                  <a:srgbClr val="FFFFFF"/>
                </a:solidFill>
                <a:latin typeface="Trebuchet MS"/>
                <a:cs typeface="Trebuchet MS"/>
              </a:rPr>
              <a:t>left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2655" y="5120546"/>
            <a:ext cx="133350" cy="133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29461" y="4850671"/>
            <a:ext cx="227647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margin-top</a:t>
            </a:r>
            <a:endParaRPr sz="3600">
              <a:latin typeface="Trebuchet MS"/>
              <a:cs typeface="Trebuchet MS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2655" y="6263546"/>
            <a:ext cx="133350" cy="13334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329461" y="5993671"/>
            <a:ext cx="30702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margin-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bottom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80234" y="1100164"/>
            <a:ext cx="6786880" cy="878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Margin</a:t>
            </a:r>
          </a:p>
        </p:txBody>
      </p:sp>
      <p:grpSp>
        <p:nvGrpSpPr>
          <p:cNvPr id="13" name="object 13"/>
          <p:cNvGrpSpPr/>
          <p:nvPr/>
        </p:nvGrpSpPr>
        <p:grpSpPr>
          <a:xfrm>
            <a:off x="6719289" y="3301708"/>
            <a:ext cx="3295650" cy="3295650"/>
            <a:chOff x="8583739" y="514229"/>
            <a:chExt cx="3295650" cy="3295650"/>
          </a:xfrm>
        </p:grpSpPr>
        <p:sp>
          <p:nvSpPr>
            <p:cNvPr id="14" name="object 14"/>
            <p:cNvSpPr/>
            <p:nvPr/>
          </p:nvSpPr>
          <p:spPr>
            <a:xfrm>
              <a:off x="8688514" y="619004"/>
              <a:ext cx="3086100" cy="3086100"/>
            </a:xfrm>
            <a:custGeom>
              <a:avLst/>
              <a:gdLst/>
              <a:ahLst/>
              <a:cxnLst/>
              <a:rect l="l" t="t" r="r" b="b"/>
              <a:pathLst>
                <a:path w="3086100" h="3086100">
                  <a:moveTo>
                    <a:pt x="3086100" y="3086100"/>
                  </a:moveTo>
                  <a:lnTo>
                    <a:pt x="0" y="3086100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086100" y="3086100"/>
                  </a:lnTo>
                  <a:close/>
                </a:path>
              </a:pathLst>
            </a:custGeom>
            <a:solidFill>
              <a:srgbClr val="1A6A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688514" y="619004"/>
              <a:ext cx="3086100" cy="3086100"/>
            </a:xfrm>
            <a:custGeom>
              <a:avLst/>
              <a:gdLst/>
              <a:ahLst/>
              <a:cxnLst/>
              <a:rect l="l" t="t" r="r" b="b"/>
              <a:pathLst>
                <a:path w="3086100" h="3086100">
                  <a:moveTo>
                    <a:pt x="0" y="0"/>
                  </a:moveTo>
                  <a:lnTo>
                    <a:pt x="3086099" y="0"/>
                  </a:lnTo>
                  <a:lnTo>
                    <a:pt x="3086099" y="3086099"/>
                  </a:lnTo>
                  <a:lnTo>
                    <a:pt x="0" y="3086099"/>
                  </a:lnTo>
                  <a:lnTo>
                    <a:pt x="0" y="0"/>
                  </a:lnTo>
                </a:path>
              </a:pathLst>
            </a:custGeom>
            <a:ln w="209549">
              <a:solidFill>
                <a:srgbClr val="74D6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0138863" y="4286116"/>
            <a:ext cx="11214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40" dirty="0">
                <a:solidFill>
                  <a:srgbClr val="FF66C3"/>
                </a:solidFill>
                <a:latin typeface="Trebuchet MS"/>
                <a:cs typeface="Trebuchet MS"/>
              </a:rPr>
              <a:t>Margin</a:t>
            </a:r>
            <a:endParaRPr sz="2800">
              <a:latin typeface="Trebuchet MS"/>
              <a:cs typeface="Trebuchet M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467600" y="4120143"/>
            <a:ext cx="1800225" cy="102335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303530">
              <a:lnSpc>
                <a:spcPct val="100000"/>
              </a:lnSpc>
            </a:pPr>
            <a:r>
              <a:rPr sz="2800" spc="-10" dirty="0">
                <a:latin typeface="Trebuchet MS"/>
                <a:cs typeface="Trebuchet MS"/>
              </a:rPr>
              <a:t>content</a:t>
            </a:r>
            <a:endParaRPr sz="2800" dirty="0">
              <a:latin typeface="Trebuchet MS"/>
              <a:cs typeface="Trebuchet MS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9910759" y="3301708"/>
            <a:ext cx="4781550" cy="3295650"/>
            <a:chOff x="11775209" y="514229"/>
            <a:chExt cx="4781550" cy="3295650"/>
          </a:xfrm>
        </p:grpSpPr>
        <p:sp>
          <p:nvSpPr>
            <p:cNvPr id="19" name="object 19"/>
            <p:cNvSpPr/>
            <p:nvPr/>
          </p:nvSpPr>
          <p:spPr>
            <a:xfrm>
              <a:off x="11775209" y="2029885"/>
              <a:ext cx="1590675" cy="495300"/>
            </a:xfrm>
            <a:custGeom>
              <a:avLst/>
              <a:gdLst/>
              <a:ahLst/>
              <a:cxnLst/>
              <a:rect l="l" t="t" r="r" b="b"/>
              <a:pathLst>
                <a:path w="1590675" h="495300">
                  <a:moveTo>
                    <a:pt x="395502" y="0"/>
                  </a:moveTo>
                  <a:lnTo>
                    <a:pt x="400623" y="0"/>
                  </a:lnTo>
                  <a:lnTo>
                    <a:pt x="408204" y="1014"/>
                  </a:lnTo>
                  <a:lnTo>
                    <a:pt x="430863" y="29279"/>
                  </a:lnTo>
                  <a:lnTo>
                    <a:pt x="426892" y="44440"/>
                  </a:lnTo>
                  <a:lnTo>
                    <a:pt x="422090" y="50739"/>
                  </a:lnTo>
                  <a:lnTo>
                    <a:pt x="141841" y="215168"/>
                  </a:lnTo>
                  <a:lnTo>
                    <a:pt x="1448225" y="215168"/>
                  </a:lnTo>
                  <a:lnTo>
                    <a:pt x="1167989" y="50739"/>
                  </a:lnTo>
                  <a:lnTo>
                    <a:pt x="1163187" y="44440"/>
                  </a:lnTo>
                  <a:lnTo>
                    <a:pt x="1159216" y="29279"/>
                  </a:lnTo>
                  <a:lnTo>
                    <a:pt x="1160288" y="21395"/>
                  </a:lnTo>
                  <a:lnTo>
                    <a:pt x="1189456" y="0"/>
                  </a:lnTo>
                  <a:lnTo>
                    <a:pt x="1194577" y="0"/>
                  </a:lnTo>
                  <a:lnTo>
                    <a:pt x="1575572" y="222214"/>
                  </a:lnTo>
                  <a:lnTo>
                    <a:pt x="1590079" y="247629"/>
                  </a:lnTo>
                  <a:lnTo>
                    <a:pt x="1589064" y="255264"/>
                  </a:lnTo>
                  <a:lnTo>
                    <a:pt x="1199634" y="493867"/>
                  </a:lnTo>
                  <a:lnTo>
                    <a:pt x="1194577" y="495258"/>
                  </a:lnTo>
                  <a:lnTo>
                    <a:pt x="1189456" y="495258"/>
                  </a:lnTo>
                  <a:lnTo>
                    <a:pt x="1159216" y="465979"/>
                  </a:lnTo>
                  <a:lnTo>
                    <a:pt x="1163187" y="450818"/>
                  </a:lnTo>
                  <a:lnTo>
                    <a:pt x="1167989" y="444519"/>
                  </a:lnTo>
                  <a:lnTo>
                    <a:pt x="1448225" y="280090"/>
                  </a:lnTo>
                  <a:lnTo>
                    <a:pt x="141841" y="280090"/>
                  </a:lnTo>
                  <a:lnTo>
                    <a:pt x="422090" y="444519"/>
                  </a:lnTo>
                  <a:lnTo>
                    <a:pt x="426892" y="450818"/>
                  </a:lnTo>
                  <a:lnTo>
                    <a:pt x="430863" y="465979"/>
                  </a:lnTo>
                  <a:lnTo>
                    <a:pt x="429791" y="473862"/>
                  </a:lnTo>
                  <a:lnTo>
                    <a:pt x="400623" y="495258"/>
                  </a:lnTo>
                  <a:lnTo>
                    <a:pt x="395502" y="495258"/>
                  </a:lnTo>
                  <a:lnTo>
                    <a:pt x="14507" y="273044"/>
                  </a:lnTo>
                  <a:lnTo>
                    <a:pt x="0" y="247629"/>
                  </a:lnTo>
                  <a:lnTo>
                    <a:pt x="1015" y="239993"/>
                  </a:lnTo>
                  <a:lnTo>
                    <a:pt x="3906" y="232975"/>
                  </a:lnTo>
                  <a:lnTo>
                    <a:pt x="8471" y="226930"/>
                  </a:lnTo>
                  <a:lnTo>
                    <a:pt x="14507" y="222214"/>
                  </a:lnTo>
                  <a:lnTo>
                    <a:pt x="390445" y="1391"/>
                  </a:lnTo>
                  <a:lnTo>
                    <a:pt x="39550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3365625" y="619004"/>
              <a:ext cx="3086100" cy="3086100"/>
            </a:xfrm>
            <a:custGeom>
              <a:avLst/>
              <a:gdLst/>
              <a:ahLst/>
              <a:cxnLst/>
              <a:rect l="l" t="t" r="r" b="b"/>
              <a:pathLst>
                <a:path w="3086100" h="3086100">
                  <a:moveTo>
                    <a:pt x="3086100" y="3086100"/>
                  </a:moveTo>
                  <a:lnTo>
                    <a:pt x="0" y="3086100"/>
                  </a:lnTo>
                  <a:lnTo>
                    <a:pt x="0" y="0"/>
                  </a:lnTo>
                  <a:lnTo>
                    <a:pt x="3086100" y="0"/>
                  </a:lnTo>
                  <a:lnTo>
                    <a:pt x="3086100" y="3086100"/>
                  </a:lnTo>
                  <a:close/>
                </a:path>
              </a:pathLst>
            </a:custGeom>
            <a:solidFill>
              <a:srgbClr val="1A6AB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3365625" y="619004"/>
              <a:ext cx="3086100" cy="3086100"/>
            </a:xfrm>
            <a:custGeom>
              <a:avLst/>
              <a:gdLst/>
              <a:ahLst/>
              <a:cxnLst/>
              <a:rect l="l" t="t" r="r" b="b"/>
              <a:pathLst>
                <a:path w="3086100" h="3086100">
                  <a:moveTo>
                    <a:pt x="0" y="0"/>
                  </a:moveTo>
                  <a:lnTo>
                    <a:pt x="3086099" y="0"/>
                  </a:lnTo>
                  <a:lnTo>
                    <a:pt x="3086099" y="3086099"/>
                  </a:lnTo>
                  <a:lnTo>
                    <a:pt x="0" y="3086099"/>
                  </a:lnTo>
                  <a:lnTo>
                    <a:pt x="0" y="0"/>
                  </a:lnTo>
                </a:path>
              </a:pathLst>
            </a:custGeom>
            <a:ln w="209549">
              <a:solidFill>
                <a:srgbClr val="74D6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244126" y="4120143"/>
            <a:ext cx="1800225" cy="1023357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6002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60"/>
              </a:spcBef>
            </a:pPr>
            <a:endParaRPr sz="2800">
              <a:latin typeface="Times New Roman"/>
              <a:cs typeface="Times New Roman"/>
            </a:endParaRPr>
          </a:p>
          <a:p>
            <a:pPr marL="303530">
              <a:lnSpc>
                <a:spcPct val="100000"/>
              </a:lnSpc>
            </a:pPr>
            <a:r>
              <a:rPr sz="2800" spc="-10" dirty="0">
                <a:latin typeface="Trebuchet MS"/>
                <a:cs typeface="Trebuchet MS"/>
              </a:rPr>
              <a:t>content</a:t>
            </a:r>
            <a:endParaRPr sz="28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020857" y="3766660"/>
            <a:ext cx="5793105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i="1" dirty="0">
                <a:solidFill>
                  <a:srgbClr val="FFFFFF"/>
                </a:solidFill>
                <a:latin typeface="Trebuchet MS"/>
                <a:cs typeface="Trebuchet MS"/>
              </a:rPr>
              <a:t>margin:</a:t>
            </a:r>
            <a:r>
              <a:rPr sz="6000" i="1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000" i="1" spc="-20" dirty="0">
                <a:solidFill>
                  <a:srgbClr val="FFFFFF"/>
                </a:solidFill>
                <a:latin typeface="Trebuchet MS"/>
                <a:cs typeface="Trebuchet MS"/>
              </a:rPr>
              <a:t>50px;</a:t>
            </a:r>
            <a:endParaRPr sz="60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63948" y="703858"/>
            <a:ext cx="6865651" cy="2180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6000" spc="-10" dirty="0"/>
              <a:t>Margin</a:t>
            </a:r>
          </a:p>
          <a:p>
            <a:pPr marL="12700">
              <a:lnSpc>
                <a:spcPct val="100000"/>
              </a:lnSpc>
              <a:spcBef>
                <a:spcPts val="2490"/>
              </a:spcBef>
            </a:pPr>
            <a:r>
              <a:rPr sz="6000" b="0" spc="-10" dirty="0">
                <a:solidFill>
                  <a:srgbClr val="17D9FF"/>
                </a:solidFill>
                <a:latin typeface="Trebuchet MS"/>
                <a:cs typeface="Trebuchet MS"/>
              </a:rPr>
              <a:t>Shorthand</a:t>
            </a:r>
            <a:endParaRPr sz="6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10200" y="6400533"/>
            <a:ext cx="132089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>
                <a:solidFill>
                  <a:srgbClr val="32BD15"/>
                </a:solidFill>
                <a:latin typeface="Trebuchet MS"/>
                <a:cs typeface="Trebuchet MS"/>
              </a:rPr>
              <a:t>top</a:t>
            </a:r>
            <a:r>
              <a:rPr sz="3600" spc="-130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sz="3600" spc="-590" dirty="0">
                <a:solidFill>
                  <a:srgbClr val="32BD15"/>
                </a:solidFill>
                <a:latin typeface="Trebuchet MS"/>
                <a:cs typeface="Trebuchet MS"/>
              </a:rPr>
              <a:t>|</a:t>
            </a:r>
            <a:r>
              <a:rPr sz="3600" spc="-125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sz="3600" spc="-35" dirty="0">
                <a:solidFill>
                  <a:srgbClr val="32BD15"/>
                </a:solidFill>
                <a:latin typeface="Trebuchet MS"/>
                <a:cs typeface="Trebuchet MS"/>
              </a:rPr>
              <a:t>right</a:t>
            </a:r>
            <a:r>
              <a:rPr sz="3600" spc="-125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sz="3600" spc="-590" dirty="0">
                <a:solidFill>
                  <a:srgbClr val="32BD15"/>
                </a:solidFill>
                <a:latin typeface="Trebuchet MS"/>
                <a:cs typeface="Trebuchet MS"/>
              </a:rPr>
              <a:t>|</a:t>
            </a:r>
            <a:r>
              <a:rPr sz="3600" spc="-125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sz="3600" spc="-45" dirty="0">
                <a:solidFill>
                  <a:srgbClr val="32BD15"/>
                </a:solidFill>
                <a:latin typeface="Trebuchet MS"/>
                <a:cs typeface="Trebuchet MS"/>
              </a:rPr>
              <a:t>bottom</a:t>
            </a:r>
            <a:r>
              <a:rPr sz="3600" spc="-125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sz="3600" spc="-590" dirty="0">
                <a:solidFill>
                  <a:srgbClr val="32BD15"/>
                </a:solidFill>
                <a:latin typeface="Trebuchet MS"/>
                <a:cs typeface="Trebuchet MS"/>
              </a:rPr>
              <a:t>|</a:t>
            </a:r>
            <a:r>
              <a:rPr sz="3600" spc="-125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sz="3600" spc="-105" dirty="0">
                <a:solidFill>
                  <a:srgbClr val="32BD15"/>
                </a:solidFill>
                <a:latin typeface="Trebuchet MS"/>
                <a:cs typeface="Trebuchet MS"/>
              </a:rPr>
              <a:t>left</a:t>
            </a:r>
            <a:r>
              <a:rPr sz="3600" spc="-130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sz="3600" spc="114" dirty="0">
                <a:solidFill>
                  <a:srgbClr val="32BD15"/>
                </a:solidFill>
                <a:latin typeface="Trebuchet MS"/>
                <a:cs typeface="Trebuchet MS"/>
              </a:rPr>
              <a:t>-</a:t>
            </a:r>
            <a:r>
              <a:rPr sz="3600" spc="175" dirty="0">
                <a:solidFill>
                  <a:srgbClr val="32BD15"/>
                </a:solidFill>
                <a:latin typeface="Trebuchet MS"/>
                <a:cs typeface="Trebuchet MS"/>
              </a:rPr>
              <a:t>&gt;</a:t>
            </a:r>
            <a:r>
              <a:rPr sz="3600" spc="-125" dirty="0">
                <a:solidFill>
                  <a:srgbClr val="32BD15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32BD15"/>
                </a:solidFill>
                <a:latin typeface="Trebuchet MS"/>
                <a:cs typeface="Trebuchet MS"/>
              </a:rPr>
              <a:t>clockwise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48097" y="5477110"/>
            <a:ext cx="11644103" cy="938077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spcBef>
                <a:spcPts val="115"/>
              </a:spcBef>
            </a:pPr>
            <a:r>
              <a:rPr sz="6000" i="1" dirty="0">
                <a:solidFill>
                  <a:srgbClr val="FFFFFF"/>
                </a:solidFill>
                <a:latin typeface="Trebuchet MS"/>
                <a:cs typeface="Trebuchet MS"/>
              </a:rPr>
              <a:t>margin:</a:t>
            </a:r>
            <a:r>
              <a:rPr lang="en-US" sz="6000" i="1" dirty="0">
                <a:solidFill>
                  <a:srgbClr val="FFFFFF"/>
                </a:solidFill>
                <a:latin typeface="Trebuchet MS"/>
                <a:cs typeface="Trebuchet MS"/>
              </a:rPr>
              <a:t> 1px</a:t>
            </a:r>
            <a:r>
              <a:rPr lang="en-US" sz="6000" i="1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6000" i="1" dirty="0">
                <a:solidFill>
                  <a:srgbClr val="FFFFFF"/>
                </a:solidFill>
                <a:latin typeface="Trebuchet MS"/>
                <a:cs typeface="Trebuchet MS"/>
              </a:rPr>
              <a:t>2px 3px 4</a:t>
            </a:r>
            <a:r>
              <a:rPr lang="en-US" sz="6000" i="1" spc="-50" dirty="0">
                <a:solidFill>
                  <a:srgbClr val="FFFFFF"/>
                </a:solidFill>
                <a:latin typeface="Trebuchet MS"/>
                <a:cs typeface="Trebuchet MS"/>
              </a:rPr>
              <a:t>p</a:t>
            </a:r>
            <a:r>
              <a:rPr lang="en-US" sz="6000" i="1" spc="-55" dirty="0">
                <a:solidFill>
                  <a:srgbClr val="FFFFFF"/>
                </a:solidFill>
                <a:latin typeface="Trebuchet MS"/>
                <a:cs typeface="Trebuchet MS"/>
              </a:rPr>
              <a:t>x</a:t>
            </a:r>
            <a:r>
              <a:rPr lang="en-US" sz="6000" i="1" spc="-45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lang="en-US" sz="6000" baseline="2502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0" dirty="0"/>
              <a:t>Display</a:t>
            </a:r>
            <a:r>
              <a:rPr spc="-370" dirty="0"/>
              <a:t> </a:t>
            </a:r>
            <a:r>
              <a:rPr spc="-140" dirty="0"/>
              <a:t>Property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8177" y="4177441"/>
            <a:ext cx="133350" cy="1333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8177" y="5320441"/>
            <a:ext cx="133350" cy="133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8177" y="6463441"/>
            <a:ext cx="133350" cy="1333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8177" y="7606441"/>
            <a:ext cx="133350" cy="13334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74983" y="6193566"/>
            <a:ext cx="12732385" cy="1717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>
                <a:solidFill>
                  <a:srgbClr val="17D9FF"/>
                </a:solidFill>
                <a:latin typeface="Trebuchet MS"/>
                <a:cs typeface="Trebuchet MS"/>
              </a:rPr>
              <a:t>inline-</a:t>
            </a:r>
            <a:r>
              <a:rPr sz="3600" spc="-25" dirty="0">
                <a:solidFill>
                  <a:srgbClr val="17D9FF"/>
                </a:solidFill>
                <a:latin typeface="Trebuchet MS"/>
                <a:cs typeface="Trebuchet MS"/>
              </a:rPr>
              <a:t>block</a:t>
            </a:r>
            <a:r>
              <a:rPr sz="3600" spc="-25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3600" spc="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36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Trebuchet MS"/>
                <a:cs typeface="Trebuchet MS"/>
              </a:rPr>
              <a:t>Similar</a:t>
            </a: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75" dirty="0">
                <a:solidFill>
                  <a:srgbClr val="FFFFFF"/>
                </a:solidFill>
                <a:latin typeface="Trebuchet MS"/>
                <a:cs typeface="Trebuchet MS"/>
              </a:rPr>
              <a:t>inline</a:t>
            </a: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40" dirty="0">
                <a:solidFill>
                  <a:srgbClr val="FFFFFF"/>
                </a:solidFill>
                <a:latin typeface="Trebuchet MS"/>
                <a:cs typeface="Trebuchet MS"/>
              </a:rPr>
              <a:t>but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45" dirty="0">
                <a:solidFill>
                  <a:srgbClr val="FFFFFF"/>
                </a:solidFill>
                <a:latin typeface="Trebuchet MS"/>
                <a:cs typeface="Trebuchet MS"/>
              </a:rPr>
              <a:t>we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can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set</a:t>
            </a:r>
            <a:r>
              <a:rPr sz="36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margin</a:t>
            </a:r>
            <a:r>
              <a:rPr sz="3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30" dirty="0">
                <a:solidFill>
                  <a:srgbClr val="FFFFFF"/>
                </a:solidFill>
                <a:latin typeface="Trebuchet MS"/>
                <a:cs typeface="Trebuchet MS"/>
              </a:rPr>
              <a:t>&amp;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padding.</a:t>
            </a:r>
            <a:endParaRPr sz="3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95"/>
              </a:spcBef>
            </a:pPr>
            <a:endParaRPr sz="36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600" dirty="0">
                <a:solidFill>
                  <a:srgbClr val="17D9FF"/>
                </a:solidFill>
                <a:latin typeface="Trebuchet MS"/>
                <a:cs typeface="Trebuchet MS"/>
              </a:rPr>
              <a:t>none</a:t>
            </a:r>
            <a:r>
              <a:rPr sz="3600" spc="-204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3600" spc="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30" dirty="0">
                <a:solidFill>
                  <a:srgbClr val="FFFFFF"/>
                </a:solidFill>
                <a:latin typeface="Trebuchet MS"/>
                <a:cs typeface="Trebuchet MS"/>
              </a:rPr>
              <a:t>remove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0" dirty="0">
                <a:solidFill>
                  <a:srgbClr val="FFFFFF"/>
                </a:solidFill>
                <a:latin typeface="Trebuchet MS"/>
                <a:cs typeface="Trebuchet MS"/>
              </a:rPr>
              <a:t>element</a:t>
            </a:r>
            <a:r>
              <a:rPr sz="3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36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35" dirty="0">
                <a:solidFill>
                  <a:srgbClr val="FFFFFF"/>
                </a:solidFill>
                <a:latin typeface="Trebuchet MS"/>
                <a:cs typeface="Trebuchet MS"/>
              </a:rPr>
              <a:t>document</a:t>
            </a:r>
            <a:r>
              <a:rPr sz="36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flow.</a:t>
            </a:r>
            <a:endParaRPr sz="36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1527" y="2185690"/>
            <a:ext cx="15278735" cy="228267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spc="-35" dirty="0">
                <a:solidFill>
                  <a:srgbClr val="FFFFFF"/>
                </a:solidFill>
                <a:latin typeface="Trebuchet MS"/>
                <a:cs typeface="Trebuchet MS"/>
              </a:rPr>
              <a:t>display:</a:t>
            </a:r>
            <a:r>
              <a:rPr sz="3200" i="1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i="1" spc="-100" dirty="0">
                <a:solidFill>
                  <a:srgbClr val="FFFFFF"/>
                </a:solidFill>
                <a:latin typeface="Trebuchet MS"/>
                <a:cs typeface="Trebuchet MS"/>
              </a:rPr>
              <a:t>inline</a:t>
            </a:r>
            <a:r>
              <a:rPr sz="3200" i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i="1" spc="-22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3200" i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i="1" dirty="0">
                <a:solidFill>
                  <a:srgbClr val="FFFFFF"/>
                </a:solidFill>
                <a:latin typeface="Trebuchet MS"/>
                <a:cs typeface="Trebuchet MS"/>
              </a:rPr>
              <a:t>block</a:t>
            </a:r>
            <a:r>
              <a:rPr sz="3200" i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i="1" spc="-22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3200" i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i="1" spc="-75" dirty="0">
                <a:solidFill>
                  <a:srgbClr val="FFFFFF"/>
                </a:solidFill>
                <a:latin typeface="Trebuchet MS"/>
                <a:cs typeface="Trebuchet MS"/>
              </a:rPr>
              <a:t>inline-</a:t>
            </a:r>
            <a:r>
              <a:rPr sz="3200" i="1" dirty="0">
                <a:solidFill>
                  <a:srgbClr val="FFFFFF"/>
                </a:solidFill>
                <a:latin typeface="Trebuchet MS"/>
                <a:cs typeface="Trebuchet MS"/>
              </a:rPr>
              <a:t>block</a:t>
            </a:r>
            <a:r>
              <a:rPr sz="3200" i="1" spc="-11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i="1" spc="-22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3200" i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i="1" spc="-20" dirty="0">
                <a:solidFill>
                  <a:srgbClr val="FFFFFF"/>
                </a:solidFill>
                <a:latin typeface="Trebuchet MS"/>
                <a:cs typeface="Trebuchet MS"/>
              </a:rPr>
              <a:t>none</a:t>
            </a:r>
            <a:endParaRPr sz="3200" dirty="0">
              <a:latin typeface="Trebuchet MS"/>
              <a:cs typeface="Trebuchet MS"/>
            </a:endParaRPr>
          </a:p>
          <a:p>
            <a:pPr marL="208915">
              <a:lnSpc>
                <a:spcPct val="100000"/>
              </a:lnSpc>
              <a:spcBef>
                <a:spcPts val="254"/>
              </a:spcBef>
            </a:pPr>
            <a:endParaRPr lang="en-US" sz="3600" spc="-75" dirty="0">
              <a:solidFill>
                <a:srgbClr val="17D9FF"/>
              </a:solidFill>
              <a:latin typeface="Trebuchet MS"/>
              <a:cs typeface="Trebuchet MS"/>
            </a:endParaRPr>
          </a:p>
          <a:p>
            <a:pPr marL="208915">
              <a:lnSpc>
                <a:spcPct val="100000"/>
              </a:lnSpc>
              <a:spcBef>
                <a:spcPts val="254"/>
              </a:spcBef>
            </a:pPr>
            <a:endParaRPr lang="en-US" sz="3600" spc="-75" dirty="0">
              <a:solidFill>
                <a:srgbClr val="17D9FF"/>
              </a:solidFill>
              <a:latin typeface="Trebuchet MS"/>
              <a:cs typeface="Trebuchet MS"/>
            </a:endParaRPr>
          </a:p>
          <a:p>
            <a:pPr marL="208915">
              <a:lnSpc>
                <a:spcPct val="100000"/>
              </a:lnSpc>
              <a:spcBef>
                <a:spcPts val="254"/>
              </a:spcBef>
            </a:pPr>
            <a:r>
              <a:rPr sz="3600" spc="-75" dirty="0">
                <a:solidFill>
                  <a:srgbClr val="17D9FF"/>
                </a:solidFill>
                <a:latin typeface="Trebuchet MS"/>
                <a:cs typeface="Trebuchet MS"/>
              </a:rPr>
              <a:t>inline</a:t>
            </a:r>
            <a:r>
              <a:rPr sz="3600" spc="-16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3600" spc="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Trebuchet MS"/>
                <a:cs typeface="Trebuchet MS"/>
              </a:rPr>
              <a:t>Takes</a:t>
            </a:r>
            <a:r>
              <a:rPr sz="36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Trebuchet MS"/>
                <a:cs typeface="Trebuchet MS"/>
              </a:rPr>
              <a:t>only</a:t>
            </a: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9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6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45" dirty="0">
                <a:solidFill>
                  <a:srgbClr val="FFFFFF"/>
                </a:solidFill>
                <a:latin typeface="Trebuchet MS"/>
                <a:cs typeface="Trebuchet MS"/>
              </a:rPr>
              <a:t>space</a:t>
            </a:r>
            <a:r>
              <a:rPr lang="en-US" sz="3600" spc="-45" dirty="0">
                <a:solidFill>
                  <a:srgbClr val="FFFFFF"/>
                </a:solidFill>
                <a:latin typeface="Trebuchet MS"/>
                <a:cs typeface="Trebuchet MS"/>
              </a:rPr>
              <a:t> required</a:t>
            </a:r>
            <a:r>
              <a:rPr sz="3600" spc="-5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3600" spc="-10" dirty="0">
                <a:solidFill>
                  <a:srgbClr val="FFFFFF"/>
                </a:solidFill>
                <a:latin typeface="Trebuchet MS"/>
                <a:cs typeface="Trebuchet MS"/>
              </a:rPr>
              <a:t>b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y</a:t>
            </a:r>
            <a:r>
              <a:rPr sz="36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lang="en-US" sz="3600" spc="-80" dirty="0">
                <a:solidFill>
                  <a:srgbClr val="FFFFFF"/>
                </a:solidFill>
                <a:latin typeface="Trebuchet MS"/>
                <a:cs typeface="Trebuchet MS"/>
              </a:rPr>
              <a:t>he ele</a:t>
            </a: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ment.</a:t>
            </a: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90" dirty="0">
                <a:solidFill>
                  <a:srgbClr val="FFFFFF"/>
                </a:solidFill>
                <a:latin typeface="Trebuchet MS"/>
                <a:cs typeface="Trebuchet MS"/>
              </a:rPr>
              <a:t>(no</a:t>
            </a:r>
            <a:r>
              <a:rPr sz="36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margin/</a:t>
            </a:r>
            <a:r>
              <a:rPr sz="36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10" dirty="0">
                <a:solidFill>
                  <a:srgbClr val="FFFFFF"/>
                </a:solidFill>
                <a:latin typeface="Trebuchet MS"/>
                <a:cs typeface="Trebuchet MS"/>
              </a:rPr>
              <a:t>padding)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74983" y="5036068"/>
            <a:ext cx="8518525" cy="56874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5"/>
              </a:spcBef>
            </a:pPr>
            <a:r>
              <a:rPr sz="3600" dirty="0">
                <a:solidFill>
                  <a:srgbClr val="17D9FF"/>
                </a:solidFill>
                <a:latin typeface="Trebuchet MS"/>
                <a:cs typeface="Trebuchet MS"/>
              </a:rPr>
              <a:t>block</a:t>
            </a:r>
            <a:r>
              <a:rPr sz="3600" spc="-19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3600" spc="15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36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dirty="0">
                <a:solidFill>
                  <a:srgbClr val="FFFFFF"/>
                </a:solidFill>
                <a:latin typeface="Trebuchet MS"/>
                <a:cs typeface="Trebuchet MS"/>
              </a:rPr>
              <a:t>Takes</a:t>
            </a: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80" dirty="0">
                <a:solidFill>
                  <a:srgbClr val="FFFFFF"/>
                </a:solidFill>
                <a:latin typeface="Trebuchet MS"/>
                <a:cs typeface="Trebuchet MS"/>
              </a:rPr>
              <a:t>full</a:t>
            </a:r>
            <a:r>
              <a:rPr sz="36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600" spc="-50" dirty="0">
                <a:solidFill>
                  <a:srgbClr val="FFFFFF"/>
                </a:solidFill>
                <a:latin typeface="Trebuchet MS"/>
                <a:cs typeface="Trebuchet MS"/>
              </a:rPr>
              <a:t>spac</a:t>
            </a:r>
            <a:r>
              <a:rPr lang="en-US" sz="3600" spc="-140" dirty="0">
                <a:solidFill>
                  <a:srgbClr val="FFFFFF"/>
                </a:solidFill>
                <a:latin typeface="Trebuchet MS"/>
                <a:cs typeface="Trebuchet MS"/>
              </a:rPr>
              <a:t>e available in width</a:t>
            </a:r>
            <a:endParaRPr sz="3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2919" y="2068401"/>
            <a:ext cx="1722525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-140" dirty="0">
                <a:latin typeface="Arial"/>
                <a:cs typeface="Arial"/>
              </a:rPr>
              <a:t>Visibility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19800" y="2068401"/>
            <a:ext cx="9745613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i="1" spc="-145" dirty="0">
                <a:solidFill>
                  <a:srgbClr val="FFFFFF"/>
                </a:solidFill>
                <a:latin typeface="Trebuchet MS"/>
                <a:cs typeface="Trebuchet MS"/>
              </a:rPr>
              <a:t>visibility:</a:t>
            </a:r>
            <a:r>
              <a:rPr sz="8000" i="1" spc="-1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i="1" spc="-45" dirty="0">
                <a:solidFill>
                  <a:srgbClr val="FFFFFF"/>
                </a:solidFill>
                <a:latin typeface="Trebuchet MS"/>
                <a:cs typeface="Trebuchet MS"/>
              </a:rPr>
              <a:t>hidden;</a:t>
            </a:r>
            <a:endParaRPr sz="80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0" y="3854969"/>
            <a:ext cx="18592800" cy="5056128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40"/>
              </a:spcBef>
            </a:pPr>
            <a:r>
              <a:rPr sz="8000" dirty="0">
                <a:solidFill>
                  <a:srgbClr val="17D9FF"/>
                </a:solidFill>
                <a:latin typeface="Trebuchet MS"/>
                <a:cs typeface="Trebuchet MS"/>
              </a:rPr>
              <a:t>Note</a:t>
            </a:r>
            <a:r>
              <a:rPr sz="8000" spc="-27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000" spc="-155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0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85" dirty="0">
                <a:solidFill>
                  <a:srgbClr val="FFFFFF"/>
                </a:solidFill>
                <a:latin typeface="Trebuchet MS"/>
                <a:cs typeface="Trebuchet MS"/>
              </a:rPr>
              <a:t>When</a:t>
            </a:r>
            <a:r>
              <a:rPr sz="800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80" dirty="0">
                <a:solidFill>
                  <a:srgbClr val="FFFFFF"/>
                </a:solidFill>
                <a:latin typeface="Trebuchet MS"/>
                <a:cs typeface="Trebuchet MS"/>
              </a:rPr>
              <a:t>visibility</a:t>
            </a:r>
            <a:r>
              <a:rPr sz="80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80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50" dirty="0">
                <a:solidFill>
                  <a:srgbClr val="FFFFFF"/>
                </a:solidFill>
                <a:latin typeface="Trebuchet MS"/>
                <a:cs typeface="Trebuchet MS"/>
              </a:rPr>
              <a:t>set</a:t>
            </a:r>
            <a:r>
              <a:rPr sz="80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8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80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45" dirty="0">
                <a:solidFill>
                  <a:srgbClr val="FFFFFF"/>
                </a:solidFill>
                <a:latin typeface="Trebuchet MS"/>
                <a:cs typeface="Trebuchet MS"/>
              </a:rPr>
              <a:t>none,</a:t>
            </a:r>
            <a:r>
              <a:rPr sz="80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25" dirty="0">
                <a:solidFill>
                  <a:srgbClr val="FFFFFF"/>
                </a:solidFill>
                <a:latin typeface="Trebuchet MS"/>
                <a:cs typeface="Trebuchet MS"/>
              </a:rPr>
              <a:t>space</a:t>
            </a:r>
            <a:r>
              <a:rPr sz="8000" spc="-204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80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9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80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100" dirty="0">
                <a:solidFill>
                  <a:srgbClr val="FFFFFF"/>
                </a:solidFill>
                <a:latin typeface="Trebuchet MS"/>
                <a:cs typeface="Trebuchet MS"/>
              </a:rPr>
              <a:t>element</a:t>
            </a:r>
            <a:r>
              <a:rPr sz="80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80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10" dirty="0">
                <a:solidFill>
                  <a:srgbClr val="FFFFFF"/>
                </a:solidFill>
                <a:latin typeface="Trebuchet MS"/>
                <a:cs typeface="Trebuchet MS"/>
              </a:rPr>
              <a:t>reserved.</a:t>
            </a:r>
            <a:endParaRPr sz="8000" dirty="0">
              <a:latin typeface="Trebuchet MS"/>
              <a:cs typeface="Trebuchet MS"/>
            </a:endParaRPr>
          </a:p>
          <a:p>
            <a:pPr marL="12700" marR="821690">
              <a:lnSpc>
                <a:spcPts val="3679"/>
              </a:lnSpc>
              <a:spcBef>
                <a:spcPts val="2710"/>
              </a:spcBef>
            </a:pP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But</a:t>
            </a:r>
            <a:r>
              <a:rPr sz="8000" spc="-229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8000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25" dirty="0">
                <a:solidFill>
                  <a:srgbClr val="FFFFFF"/>
                </a:solidFill>
                <a:latin typeface="Trebuchet MS"/>
                <a:cs typeface="Trebuchet MS"/>
              </a:rPr>
              <a:t>display</a:t>
            </a:r>
            <a:r>
              <a:rPr sz="80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50" dirty="0">
                <a:solidFill>
                  <a:srgbClr val="FFFFFF"/>
                </a:solidFill>
                <a:latin typeface="Trebuchet MS"/>
                <a:cs typeface="Trebuchet MS"/>
              </a:rPr>
              <a:t>set</a:t>
            </a:r>
            <a:r>
              <a:rPr sz="80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80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80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45" dirty="0">
                <a:solidFill>
                  <a:srgbClr val="FFFFFF"/>
                </a:solidFill>
                <a:latin typeface="Trebuchet MS"/>
                <a:cs typeface="Trebuchet MS"/>
              </a:rPr>
              <a:t>none,</a:t>
            </a:r>
            <a:r>
              <a:rPr sz="80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sz="8000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25" dirty="0">
                <a:solidFill>
                  <a:srgbClr val="FFFFFF"/>
                </a:solidFill>
                <a:latin typeface="Trebuchet MS"/>
                <a:cs typeface="Trebuchet MS"/>
              </a:rPr>
              <a:t>space</a:t>
            </a:r>
            <a:endParaRPr lang="en-US" sz="8000" spc="-2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12700" marR="821690">
              <a:lnSpc>
                <a:spcPts val="3679"/>
              </a:lnSpc>
              <a:spcBef>
                <a:spcPts val="2710"/>
              </a:spcBef>
            </a:pPr>
            <a:endParaRPr lang="en-US" sz="8000" spc="-25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12700" marR="821690">
              <a:lnSpc>
                <a:spcPts val="3679"/>
              </a:lnSpc>
              <a:spcBef>
                <a:spcPts val="2710"/>
              </a:spcBef>
            </a:pP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80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30" dirty="0">
                <a:solidFill>
                  <a:srgbClr val="FFFFFF"/>
                </a:solidFill>
                <a:latin typeface="Trebuchet MS"/>
                <a:cs typeface="Trebuchet MS"/>
              </a:rPr>
              <a:t>reserved</a:t>
            </a:r>
            <a:r>
              <a:rPr sz="80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80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10" dirty="0">
                <a:solidFill>
                  <a:srgbClr val="FFFFFF"/>
                </a:solidFill>
                <a:latin typeface="Trebuchet MS"/>
                <a:cs typeface="Trebuchet MS"/>
              </a:rPr>
              <a:t>blocked</a:t>
            </a:r>
            <a:r>
              <a:rPr sz="8000" spc="-2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dirty="0">
                <a:solidFill>
                  <a:srgbClr val="FFFFFF"/>
                </a:solidFill>
                <a:latin typeface="Trebuchet MS"/>
                <a:cs typeface="Trebuchet MS"/>
              </a:rPr>
              <a:t>for</a:t>
            </a:r>
            <a:r>
              <a:rPr sz="8000" spc="-21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2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lang="en-US" sz="8000" spc="-25" dirty="0">
                <a:solidFill>
                  <a:srgbClr val="FFFFFF"/>
                </a:solidFill>
                <a:latin typeface="Trebuchet MS"/>
                <a:cs typeface="Trebuchet MS"/>
              </a:rPr>
              <a:t>he </a:t>
            </a:r>
            <a:r>
              <a:rPr sz="8000" spc="-10" dirty="0">
                <a:solidFill>
                  <a:srgbClr val="FFFFFF"/>
                </a:solidFill>
                <a:latin typeface="Trebuchet MS"/>
                <a:cs typeface="Trebuchet MS"/>
              </a:rPr>
              <a:t>element.</a:t>
            </a:r>
            <a:endParaRPr sz="80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627575"/>
            <a:ext cx="14136694" cy="3217547"/>
          </a:xfrm>
          <a:prstGeom prst="rect">
            <a:avLst/>
          </a:prstGeom>
        </p:spPr>
        <p:txBody>
          <a:bodyPr vert="horz" wrap="square" lIns="0" tIns="3136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70"/>
              </a:spcBef>
            </a:pPr>
            <a:r>
              <a:rPr sz="8800" spc="-229" dirty="0">
                <a:latin typeface="Arial"/>
                <a:cs typeface="Arial"/>
              </a:rPr>
              <a:t>Alpha</a:t>
            </a:r>
            <a:r>
              <a:rPr sz="8800" spc="-175" dirty="0">
                <a:latin typeface="Arial"/>
                <a:cs typeface="Arial"/>
              </a:rPr>
              <a:t> </a:t>
            </a:r>
            <a:r>
              <a:rPr sz="8800" spc="-165" dirty="0">
                <a:latin typeface="Arial"/>
                <a:cs typeface="Arial"/>
              </a:rPr>
              <a:t>Channel</a:t>
            </a: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8800" b="0" spc="-70" dirty="0">
                <a:solidFill>
                  <a:srgbClr val="17D9FF"/>
                </a:solidFill>
                <a:latin typeface="Trebuchet MS"/>
                <a:cs typeface="Trebuchet MS"/>
              </a:rPr>
              <a:t>opacity</a:t>
            </a:r>
            <a:r>
              <a:rPr sz="8800" b="0" spc="-17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800" b="0" spc="-100" dirty="0">
                <a:solidFill>
                  <a:srgbClr val="17D9FF"/>
                </a:solidFill>
                <a:latin typeface="Trebuchet MS"/>
                <a:cs typeface="Trebuchet MS"/>
              </a:rPr>
              <a:t>(0</a:t>
            </a:r>
            <a:r>
              <a:rPr sz="8800" b="0" spc="-17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800" b="0" spc="-80" dirty="0">
                <a:solidFill>
                  <a:srgbClr val="17D9FF"/>
                </a:solidFill>
                <a:latin typeface="Trebuchet MS"/>
                <a:cs typeface="Trebuchet MS"/>
              </a:rPr>
              <a:t>to</a:t>
            </a:r>
            <a:r>
              <a:rPr sz="8800" b="0" spc="-17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8800" b="0" spc="-25" dirty="0">
                <a:solidFill>
                  <a:srgbClr val="17D9FF"/>
                </a:solidFill>
                <a:latin typeface="Trebuchet MS"/>
                <a:cs typeface="Trebuchet MS"/>
              </a:rPr>
              <a:t>1)</a:t>
            </a:r>
            <a:endParaRPr sz="88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31456" y="4533900"/>
            <a:ext cx="16756544" cy="4793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3795"/>
              </a:lnSpc>
              <a:spcBef>
                <a:spcPts val="100"/>
              </a:spcBef>
            </a:pPr>
            <a:r>
              <a:rPr sz="8800" b="1" spc="-365" dirty="0">
                <a:solidFill>
                  <a:srgbClr val="FFFFFF"/>
                </a:solidFill>
                <a:latin typeface="Arial"/>
                <a:cs typeface="Arial"/>
              </a:rPr>
              <a:t>RGBA</a:t>
            </a:r>
            <a:endParaRPr sz="8800" dirty="0">
              <a:latin typeface="Arial"/>
              <a:cs typeface="Arial"/>
            </a:endParaRPr>
          </a:p>
          <a:p>
            <a:pPr>
              <a:spcBef>
                <a:spcPts val="865"/>
              </a:spcBef>
            </a:pPr>
            <a:r>
              <a:rPr lang="en-US" sz="8800" b="1" spc="-10" dirty="0">
                <a:solidFill>
                  <a:srgbClr val="FFFFFF"/>
                </a:solidFill>
                <a:latin typeface="Arial"/>
                <a:cs typeface="Arial"/>
              </a:rPr>
              <a:t>color:  </a:t>
            </a:r>
            <a:r>
              <a:rPr lang="en-US" sz="8800" b="1" spc="-45" dirty="0" err="1">
                <a:solidFill>
                  <a:srgbClr val="FF3131"/>
                </a:solidFill>
                <a:latin typeface="Arial"/>
                <a:cs typeface="Arial"/>
              </a:rPr>
              <a:t>rgba</a:t>
            </a:r>
            <a:r>
              <a:rPr lang="en-US" sz="8800" b="1" spc="-45" dirty="0">
                <a:solidFill>
                  <a:srgbClr val="FF3131"/>
                </a:solidFill>
                <a:latin typeface="Arial"/>
                <a:cs typeface="Arial"/>
              </a:rPr>
              <a:t>(255,</a:t>
            </a:r>
            <a:r>
              <a:rPr lang="en-US" sz="8800" b="1" spc="-135" dirty="0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lang="en-US" sz="8800" b="1" spc="80" dirty="0">
                <a:solidFill>
                  <a:srgbClr val="FF3131"/>
                </a:solidFill>
                <a:latin typeface="Arial"/>
                <a:cs typeface="Arial"/>
              </a:rPr>
              <a:t>0,</a:t>
            </a:r>
            <a:r>
              <a:rPr lang="en-US" sz="8800" b="1" spc="-135" dirty="0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lang="en-US" sz="8800" b="1" spc="80" dirty="0">
                <a:solidFill>
                  <a:srgbClr val="FF3131"/>
                </a:solidFill>
                <a:latin typeface="Arial"/>
                <a:cs typeface="Arial"/>
              </a:rPr>
              <a:t>0,</a:t>
            </a:r>
            <a:r>
              <a:rPr lang="en-US" sz="8800" b="1" spc="-135" dirty="0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lang="en-US" sz="8800" b="1" spc="-25" dirty="0">
                <a:solidFill>
                  <a:srgbClr val="FF3131"/>
                </a:solidFill>
                <a:latin typeface="Arial"/>
                <a:cs typeface="Arial"/>
              </a:rPr>
              <a:t>0.5)</a:t>
            </a:r>
            <a:r>
              <a:rPr lang="en-US" sz="8800" b="1" spc="-25" dirty="0">
                <a:solidFill>
                  <a:srgbClr val="FFFFFF"/>
                </a:solidFill>
                <a:latin typeface="Arial"/>
                <a:cs typeface="Arial"/>
              </a:rPr>
              <a:t>;</a:t>
            </a:r>
            <a:endParaRPr lang="en-US" sz="8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65"/>
              </a:spcBef>
            </a:pPr>
            <a:endParaRPr lang="en-US" sz="8800" dirty="0">
              <a:latin typeface="Arial"/>
              <a:cs typeface="Arial"/>
            </a:endParaRPr>
          </a:p>
          <a:p>
            <a:pPr marL="58419">
              <a:lnSpc>
                <a:spcPct val="100000"/>
              </a:lnSpc>
              <a:tabLst>
                <a:tab pos="1309370" algn="l"/>
              </a:tabLst>
            </a:pPr>
            <a:r>
              <a:rPr sz="8800" b="1" spc="-10" dirty="0">
                <a:solidFill>
                  <a:srgbClr val="FFFFFF"/>
                </a:solidFill>
                <a:latin typeface="Arial"/>
                <a:cs typeface="Arial"/>
              </a:rPr>
              <a:t>color:</a:t>
            </a:r>
            <a:r>
              <a:rPr sz="88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8800" b="1" spc="-45" dirty="0">
                <a:solidFill>
                  <a:srgbClr val="FF3131"/>
                </a:solidFill>
                <a:latin typeface="Arial"/>
                <a:cs typeface="Arial"/>
              </a:rPr>
              <a:t>rgba(255,</a:t>
            </a:r>
            <a:r>
              <a:rPr sz="8800" b="1" spc="-135" dirty="0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sz="8800" b="1" spc="80" dirty="0">
                <a:solidFill>
                  <a:srgbClr val="FF3131"/>
                </a:solidFill>
                <a:latin typeface="Arial"/>
                <a:cs typeface="Arial"/>
              </a:rPr>
              <a:t>0,</a:t>
            </a:r>
            <a:r>
              <a:rPr sz="8800" b="1" spc="-135" dirty="0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sz="8800" b="1" spc="80" dirty="0">
                <a:solidFill>
                  <a:srgbClr val="FF3131"/>
                </a:solidFill>
                <a:latin typeface="Arial"/>
                <a:cs typeface="Arial"/>
              </a:rPr>
              <a:t>0,</a:t>
            </a:r>
            <a:r>
              <a:rPr sz="8800" b="1" spc="-135" dirty="0">
                <a:solidFill>
                  <a:srgbClr val="FF3131"/>
                </a:solidFill>
                <a:latin typeface="Arial"/>
                <a:cs typeface="Arial"/>
              </a:rPr>
              <a:t> </a:t>
            </a:r>
            <a:r>
              <a:rPr sz="8800" b="1" spc="-25" dirty="0">
                <a:solidFill>
                  <a:srgbClr val="FF3131"/>
                </a:solidFill>
                <a:latin typeface="Arial"/>
                <a:cs typeface="Arial"/>
              </a:rPr>
              <a:t>1)</a:t>
            </a:r>
            <a:r>
              <a:rPr sz="8800" b="1" spc="-25" dirty="0">
                <a:solidFill>
                  <a:srgbClr val="FFFFFF"/>
                </a:solidFill>
                <a:latin typeface="Arial"/>
                <a:cs typeface="Arial"/>
              </a:rPr>
              <a:t>;</a:t>
            </a:r>
            <a:endParaRPr sz="8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95610" y="4092458"/>
            <a:ext cx="68055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450" dirty="0">
                <a:solidFill>
                  <a:srgbClr val="17D9FF"/>
                </a:solidFill>
                <a:latin typeface="Trebuchet MS"/>
                <a:cs typeface="Trebuchet MS"/>
              </a:rPr>
              <a:t>%</a:t>
            </a:r>
            <a:endParaRPr sz="72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7106" y="696241"/>
            <a:ext cx="7888294" cy="2643031"/>
          </a:xfrm>
          <a:prstGeom prst="rect">
            <a:avLst/>
          </a:prstGeom>
        </p:spPr>
        <p:txBody>
          <a:bodyPr vert="horz" wrap="square" lIns="0" tIns="2451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sz="7200" spc="-240" dirty="0">
                <a:latin typeface="Arial"/>
                <a:cs typeface="Arial"/>
              </a:rPr>
              <a:t>Units</a:t>
            </a:r>
            <a:r>
              <a:rPr sz="7200" spc="-195" dirty="0">
                <a:latin typeface="Arial"/>
                <a:cs typeface="Arial"/>
              </a:rPr>
              <a:t> in</a:t>
            </a:r>
            <a:r>
              <a:rPr sz="7200" spc="-190" dirty="0">
                <a:latin typeface="Arial"/>
                <a:cs typeface="Arial"/>
              </a:rPr>
              <a:t> </a:t>
            </a:r>
            <a:r>
              <a:rPr sz="7200" spc="-509" dirty="0">
                <a:latin typeface="Arial"/>
                <a:cs typeface="Arial"/>
              </a:rPr>
              <a:t>CSS</a:t>
            </a:r>
          </a:p>
          <a:p>
            <a:pPr marL="134620">
              <a:lnSpc>
                <a:spcPct val="100000"/>
              </a:lnSpc>
              <a:spcBef>
                <a:spcPts val="1375"/>
              </a:spcBef>
            </a:pPr>
            <a:r>
              <a:rPr sz="7200" b="0" i="1" spc="-10" dirty="0">
                <a:solidFill>
                  <a:srgbClr val="FFFFFF"/>
                </a:solidFill>
                <a:latin typeface="Trebuchet MS"/>
                <a:cs typeface="Trebuchet MS"/>
              </a:rPr>
              <a:t>Relative</a:t>
            </a:r>
            <a:endParaRPr sz="72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95610" y="5405667"/>
            <a:ext cx="2466790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25" dirty="0">
                <a:solidFill>
                  <a:srgbClr val="17D9FF"/>
                </a:solidFill>
                <a:latin typeface="Trebuchet MS"/>
                <a:cs typeface="Trebuchet MS"/>
              </a:rPr>
              <a:t>em</a:t>
            </a:r>
            <a:endParaRPr sz="72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95611" y="6911440"/>
            <a:ext cx="3898259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25" dirty="0">
                <a:solidFill>
                  <a:srgbClr val="17D9FF"/>
                </a:solidFill>
                <a:latin typeface="Trebuchet MS"/>
                <a:cs typeface="Trebuchet MS"/>
              </a:rPr>
              <a:t>rem</a:t>
            </a:r>
            <a:endParaRPr sz="72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196386" y="9797357"/>
            <a:ext cx="3196564" cy="3336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200" dirty="0">
                <a:solidFill>
                  <a:srgbClr val="FFFFFF"/>
                </a:solidFill>
                <a:latin typeface="Trebuchet MS"/>
                <a:cs typeface="Trebuchet MS"/>
              </a:rPr>
              <a:t>more</a:t>
            </a:r>
            <a:r>
              <a:rPr sz="72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spc="-35" dirty="0">
                <a:solidFill>
                  <a:srgbClr val="FFFFFF"/>
                </a:solidFill>
                <a:latin typeface="Trebuchet MS"/>
                <a:cs typeface="Trebuchet MS"/>
              </a:rPr>
              <a:t>like</a:t>
            </a:r>
            <a:r>
              <a:rPr sz="72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spc="-40" dirty="0">
                <a:solidFill>
                  <a:srgbClr val="FFFFFF"/>
                </a:solidFill>
                <a:latin typeface="Trebuchet MS"/>
                <a:cs typeface="Trebuchet MS"/>
              </a:rPr>
              <a:t>vh,</a:t>
            </a:r>
            <a:r>
              <a:rPr sz="7200" spc="-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spc="-50" dirty="0">
                <a:solidFill>
                  <a:srgbClr val="FFFFFF"/>
                </a:solidFill>
                <a:latin typeface="Trebuchet MS"/>
                <a:cs typeface="Trebuchet MS"/>
              </a:rPr>
              <a:t>vw</a:t>
            </a:r>
            <a:r>
              <a:rPr sz="7200" spc="-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7200" spc="-25" dirty="0">
                <a:solidFill>
                  <a:srgbClr val="FFFFFF"/>
                </a:solidFill>
                <a:latin typeface="Trebuchet MS"/>
                <a:cs typeface="Trebuchet MS"/>
              </a:rPr>
              <a:t>etc</a:t>
            </a:r>
            <a:endParaRPr sz="72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894131" y="7293265"/>
            <a:ext cx="10949519" cy="2994025"/>
          </a:xfrm>
          <a:custGeom>
            <a:avLst/>
            <a:gdLst/>
            <a:ahLst/>
            <a:cxnLst/>
            <a:rect l="l" t="t" r="r" b="b"/>
            <a:pathLst>
              <a:path w="5394325" h="2994025">
                <a:moveTo>
                  <a:pt x="5393869" y="2993734"/>
                </a:moveTo>
                <a:lnTo>
                  <a:pt x="201745" y="2993734"/>
                </a:lnTo>
                <a:lnTo>
                  <a:pt x="177910" y="2976089"/>
                </a:lnTo>
                <a:lnTo>
                  <a:pt x="142279" y="2943819"/>
                </a:lnTo>
                <a:lnTo>
                  <a:pt x="110010" y="2908188"/>
                </a:lnTo>
                <a:lnTo>
                  <a:pt x="81615" y="2869833"/>
                </a:lnTo>
                <a:lnTo>
                  <a:pt x="57227" y="2829072"/>
                </a:lnTo>
                <a:lnTo>
                  <a:pt x="36977" y="2786223"/>
                </a:lnTo>
                <a:lnTo>
                  <a:pt x="20997" y="2741605"/>
                </a:lnTo>
                <a:lnTo>
                  <a:pt x="9420" y="2695537"/>
                </a:lnTo>
                <a:lnTo>
                  <a:pt x="2377" y="2648338"/>
                </a:lnTo>
                <a:lnTo>
                  <a:pt x="0" y="260032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0" y="110010"/>
                </a:lnTo>
                <a:lnTo>
                  <a:pt x="216266" y="81616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5393869" y="0"/>
                </a:lnTo>
                <a:lnTo>
                  <a:pt x="5393869" y="2993734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 sz="72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929068"/>
            <a:ext cx="7583494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80" dirty="0"/>
              <a:t>Percentage</a:t>
            </a:r>
            <a:r>
              <a:rPr sz="6600" spc="-335" dirty="0"/>
              <a:t> </a:t>
            </a:r>
            <a:r>
              <a:rPr sz="6600" spc="-120" dirty="0"/>
              <a:t>(%)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316725"/>
            <a:ext cx="20717092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50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6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66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80" dirty="0">
                <a:solidFill>
                  <a:srgbClr val="FFFFFF"/>
                </a:solidFill>
                <a:latin typeface="Trebuchet MS"/>
                <a:cs typeface="Trebuchet MS"/>
              </a:rPr>
              <a:t>often</a:t>
            </a:r>
            <a:r>
              <a:rPr sz="66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sz="66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5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66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90" dirty="0">
                <a:solidFill>
                  <a:srgbClr val="FFFFFF"/>
                </a:solidFill>
                <a:latin typeface="Trebuchet MS"/>
                <a:cs typeface="Trebuchet MS"/>
              </a:rPr>
              <a:t>define</a:t>
            </a:r>
            <a:r>
              <a:rPr sz="66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6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50" dirty="0">
                <a:solidFill>
                  <a:srgbClr val="17D9FF"/>
                </a:solidFill>
                <a:latin typeface="Trebuchet MS"/>
                <a:cs typeface="Trebuchet MS"/>
              </a:rPr>
              <a:t>size</a:t>
            </a:r>
            <a:r>
              <a:rPr sz="6600" spc="-17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dirty="0">
                <a:solidFill>
                  <a:srgbClr val="17D9FF"/>
                </a:solidFill>
                <a:latin typeface="Trebuchet MS"/>
                <a:cs typeface="Trebuchet MS"/>
              </a:rPr>
              <a:t>as</a:t>
            </a:r>
            <a:r>
              <a:rPr sz="6600" spc="-17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105" dirty="0">
                <a:solidFill>
                  <a:srgbClr val="17D9FF"/>
                </a:solidFill>
                <a:latin typeface="Trebuchet MS"/>
                <a:cs typeface="Trebuchet MS"/>
              </a:rPr>
              <a:t>relative</a:t>
            </a:r>
            <a:r>
              <a:rPr sz="660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55" dirty="0">
                <a:solidFill>
                  <a:srgbClr val="17D9FF"/>
                </a:solidFill>
                <a:latin typeface="Trebuchet MS"/>
                <a:cs typeface="Trebuchet MS"/>
              </a:rPr>
              <a:t>to</a:t>
            </a:r>
            <a:r>
              <a:rPr sz="6600" spc="-17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dirty="0">
                <a:solidFill>
                  <a:srgbClr val="17D9FF"/>
                </a:solidFill>
                <a:latin typeface="Trebuchet MS"/>
                <a:cs typeface="Trebuchet MS"/>
              </a:rPr>
              <a:t>an</a:t>
            </a:r>
            <a:r>
              <a:rPr sz="6600" spc="-17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10" dirty="0">
                <a:solidFill>
                  <a:srgbClr val="17D9FF"/>
                </a:solidFill>
                <a:latin typeface="Trebuchet MS"/>
                <a:cs typeface="Trebuchet MS"/>
              </a:rPr>
              <a:t>element's</a:t>
            </a:r>
            <a:r>
              <a:rPr sz="6600" spc="-17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65" dirty="0">
                <a:solidFill>
                  <a:srgbClr val="17D9FF"/>
                </a:solidFill>
                <a:latin typeface="Trebuchet MS"/>
                <a:cs typeface="Trebuchet MS"/>
              </a:rPr>
              <a:t>parent</a:t>
            </a:r>
            <a:r>
              <a:rPr sz="6600" spc="-17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10" dirty="0">
                <a:solidFill>
                  <a:srgbClr val="FFFFFF"/>
                </a:solidFill>
                <a:latin typeface="Trebuchet MS"/>
                <a:cs typeface="Trebuchet MS"/>
              </a:rPr>
              <a:t>object.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75325" y="4515878"/>
            <a:ext cx="537327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i="1" spc="-120" dirty="0">
                <a:solidFill>
                  <a:srgbClr val="FFFFFF"/>
                </a:solidFill>
                <a:latin typeface="Trebuchet MS"/>
                <a:cs typeface="Trebuchet MS"/>
              </a:rPr>
              <a:t>width</a:t>
            </a:r>
            <a:r>
              <a:rPr sz="6600" i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6600" i="1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260" dirty="0">
                <a:solidFill>
                  <a:srgbClr val="FFFFFF"/>
                </a:solidFill>
                <a:latin typeface="Trebuchet MS"/>
                <a:cs typeface="Trebuchet MS"/>
              </a:rPr>
              <a:t>33%</a:t>
            </a:r>
            <a:r>
              <a:rPr sz="6600" i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50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75324" y="5627581"/>
            <a:ext cx="712587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i="1" dirty="0">
                <a:solidFill>
                  <a:srgbClr val="FFFFFF"/>
                </a:solidFill>
                <a:latin typeface="Trebuchet MS"/>
                <a:cs typeface="Trebuchet MS"/>
              </a:rPr>
              <a:t>margin-</a:t>
            </a:r>
            <a:r>
              <a:rPr sz="6600" i="1" spc="-190" dirty="0">
                <a:solidFill>
                  <a:srgbClr val="FFFFFF"/>
                </a:solidFill>
                <a:latin typeface="Trebuchet MS"/>
                <a:cs typeface="Trebuchet MS"/>
              </a:rPr>
              <a:t>left</a:t>
            </a:r>
            <a:r>
              <a:rPr sz="6600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6600" i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260" dirty="0">
                <a:solidFill>
                  <a:srgbClr val="FFFFFF"/>
                </a:solidFill>
                <a:latin typeface="Trebuchet MS"/>
                <a:cs typeface="Trebuchet MS"/>
              </a:rPr>
              <a:t>50%</a:t>
            </a:r>
            <a:r>
              <a:rPr sz="6600" i="1" spc="-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50" dirty="0">
                <a:solidFill>
                  <a:srgbClr val="FFFFFF"/>
                </a:solidFill>
                <a:latin typeface="Trebuchet MS"/>
                <a:cs typeface="Trebuchet MS"/>
              </a:rPr>
              <a:t>;</a:t>
            </a:r>
            <a:endParaRPr sz="6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0" dirty="0"/>
              <a:t>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13851" y="8343165"/>
            <a:ext cx="5194935" cy="172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14145">
              <a:lnSpc>
                <a:spcPct val="100000"/>
              </a:lnSpc>
              <a:spcBef>
                <a:spcPts val="95"/>
              </a:spcBef>
            </a:pP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font</a:t>
            </a:r>
            <a:r>
              <a:rPr sz="135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Tahoma"/>
                <a:cs typeface="Tahoma"/>
              </a:rPr>
              <a:t>size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child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FFFFFF"/>
                </a:solidFill>
                <a:latin typeface="Tahoma"/>
                <a:cs typeface="Tahoma"/>
              </a:rPr>
              <a:t>be </a:t>
            </a: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half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FFFFFF"/>
                </a:solidFill>
                <a:latin typeface="Tahoma"/>
                <a:cs typeface="Tahoma"/>
              </a:rPr>
              <a:t>parent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ahoma"/>
                <a:cs typeface="Tahoma"/>
              </a:rPr>
              <a:t>0.5em</a:t>
            </a:r>
            <a:endParaRPr sz="1350">
              <a:latin typeface="Tahoma"/>
              <a:cs typeface="Tahoma"/>
            </a:endParaRPr>
          </a:p>
          <a:p>
            <a:pPr marL="852805">
              <a:lnSpc>
                <a:spcPct val="100000"/>
              </a:lnSpc>
              <a:spcBef>
                <a:spcPts val="1190"/>
              </a:spcBef>
            </a:pPr>
            <a:r>
              <a:rPr sz="135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FFFFFF"/>
                </a:solidFill>
                <a:latin typeface="Tahoma"/>
                <a:cs typeface="Tahoma"/>
              </a:rPr>
              <a:t>padding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9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FFFFFF"/>
                </a:solidFill>
                <a:latin typeface="Tahoma"/>
                <a:cs typeface="Tahoma"/>
              </a:rPr>
              <a:t>margin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FFFFFF"/>
                </a:solidFill>
                <a:latin typeface="Tahoma"/>
                <a:cs typeface="Tahoma"/>
              </a:rPr>
              <a:t>it's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Tahoma"/>
                <a:cs typeface="Tahoma"/>
              </a:rPr>
              <a:t>relative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FFFFFF"/>
                </a:solidFill>
                <a:latin typeface="Tahoma"/>
                <a:cs typeface="Tahoma"/>
              </a:rPr>
              <a:t>same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Tahoma"/>
                <a:cs typeface="Tahoma"/>
              </a:rPr>
              <a:t>element's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font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size</a:t>
            </a:r>
            <a:endParaRPr sz="1350">
              <a:latin typeface="Tahoma"/>
              <a:cs typeface="Tahoma"/>
            </a:endParaRPr>
          </a:p>
          <a:p>
            <a:pPr marL="1195705" marR="1194435" indent="764540">
              <a:lnSpc>
                <a:spcPct val="177100"/>
              </a:lnSpc>
              <a:spcBef>
                <a:spcPts val="1325"/>
              </a:spcBef>
            </a:pP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show</a:t>
            </a:r>
            <a:r>
              <a:rPr sz="135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FFFFFF"/>
                </a:solidFill>
                <a:latin typeface="Tahoma"/>
                <a:cs typeface="Tahoma"/>
              </a:rPr>
              <a:t>both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6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FFFFFF"/>
                </a:solidFill>
                <a:latin typeface="Tahoma"/>
                <a:cs typeface="Tahoma"/>
              </a:rPr>
              <a:t>same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FFFFFF"/>
                </a:solidFill>
                <a:latin typeface="Tahoma"/>
                <a:cs typeface="Tahoma"/>
              </a:rPr>
              <a:t>par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9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Tahoma"/>
                <a:cs typeface="Tahoma"/>
              </a:rPr>
              <a:t>div </a:t>
            </a:r>
            <a:r>
              <a:rPr sz="1350" spc="-90" dirty="0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FFFFFF"/>
                </a:solidFill>
                <a:latin typeface="Tahoma"/>
                <a:cs typeface="Tahoma"/>
              </a:rPr>
              <a:t>button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FFFFFF"/>
                </a:solidFill>
                <a:latin typeface="Tahoma"/>
                <a:cs typeface="Tahoma"/>
              </a:rPr>
              <a:t>border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9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ahoma"/>
                <a:cs typeface="Tahoma"/>
              </a:rPr>
              <a:t>font-</a:t>
            </a: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size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350" spc="-35" dirty="0">
                <a:solidFill>
                  <a:srgbClr val="FFFFFF"/>
                </a:solidFill>
                <a:latin typeface="Tahoma"/>
                <a:cs typeface="Tahoma"/>
              </a:rPr>
              <a:t>then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60" dirty="0">
                <a:solidFill>
                  <a:srgbClr val="FFFFFF"/>
                </a:solidFill>
                <a:latin typeface="Tahoma"/>
                <a:cs typeface="Tahoma"/>
              </a:rPr>
              <a:t>change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FFFFFF"/>
                </a:solidFill>
                <a:latin typeface="Tahoma"/>
                <a:cs typeface="Tahoma"/>
              </a:rPr>
              <a:t>its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FFFFFF"/>
                </a:solidFill>
                <a:latin typeface="Tahoma"/>
                <a:cs typeface="Tahoma"/>
              </a:rPr>
              <a:t>border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radius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FFFFFF"/>
                </a:solidFill>
                <a:latin typeface="Tahoma"/>
                <a:cs typeface="Tahoma"/>
              </a:rPr>
              <a:t>pixel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FFFFFF"/>
                </a:solidFill>
                <a:latin typeface="Tahoma"/>
                <a:cs typeface="Tahoma"/>
              </a:rPr>
              <a:t>ems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Tahoma"/>
                <a:cs typeface="Tahoma"/>
              </a:rPr>
              <a:t>set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FFFFFF"/>
                </a:solidFill>
                <a:latin typeface="Tahoma"/>
                <a:cs typeface="Tahoma"/>
              </a:rPr>
              <a:t>constant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ahoma"/>
                <a:cs typeface="Tahoma"/>
              </a:rPr>
              <a:t>shape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894131" y="7293261"/>
            <a:ext cx="5394325" cy="2994025"/>
          </a:xfrm>
          <a:custGeom>
            <a:avLst/>
            <a:gdLst/>
            <a:ahLst/>
            <a:cxnLst/>
            <a:rect l="l" t="t" r="r" b="b"/>
            <a:pathLst>
              <a:path w="5394325" h="2994025">
                <a:moveTo>
                  <a:pt x="5393869" y="2993737"/>
                </a:moveTo>
                <a:lnTo>
                  <a:pt x="201750" y="2993737"/>
                </a:lnTo>
                <a:lnTo>
                  <a:pt x="177910" y="2976089"/>
                </a:lnTo>
                <a:lnTo>
                  <a:pt x="142279" y="2943819"/>
                </a:lnTo>
                <a:lnTo>
                  <a:pt x="110010" y="2908188"/>
                </a:lnTo>
                <a:lnTo>
                  <a:pt x="81615" y="2869832"/>
                </a:lnTo>
                <a:lnTo>
                  <a:pt x="57227" y="2829071"/>
                </a:lnTo>
                <a:lnTo>
                  <a:pt x="36977" y="2786222"/>
                </a:lnTo>
                <a:lnTo>
                  <a:pt x="20997" y="2741605"/>
                </a:lnTo>
                <a:lnTo>
                  <a:pt x="9420" y="2695537"/>
                </a:lnTo>
                <a:lnTo>
                  <a:pt x="2377" y="2648337"/>
                </a:lnTo>
                <a:lnTo>
                  <a:pt x="0" y="260032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0" y="110010"/>
                </a:lnTo>
                <a:lnTo>
                  <a:pt x="216266" y="81616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5393869" y="0"/>
                </a:lnTo>
                <a:lnTo>
                  <a:pt x="5393869" y="2993737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 rotWithShape="1">
          <a:blip r:embed="rId2" cstate="print"/>
          <a:srcRect l="11982" t="39792"/>
          <a:stretch/>
        </p:blipFill>
        <p:spPr>
          <a:xfrm>
            <a:off x="653160" y="2576295"/>
            <a:ext cx="16981680" cy="259006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929071"/>
            <a:ext cx="4704080" cy="878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Rem</a:t>
            </a:r>
            <a:r>
              <a:rPr spc="-325" dirty="0"/>
              <a:t> </a:t>
            </a:r>
            <a:r>
              <a:rPr spc="-180" dirty="0"/>
              <a:t>(Root</a:t>
            </a:r>
            <a:r>
              <a:rPr spc="-315" dirty="0"/>
              <a:t> </a:t>
            </a:r>
            <a:r>
              <a:rPr spc="-60" dirty="0"/>
              <a:t>Em)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813851" y="8343165"/>
            <a:ext cx="5194935" cy="172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14145">
              <a:lnSpc>
                <a:spcPct val="100000"/>
              </a:lnSpc>
              <a:spcBef>
                <a:spcPts val="95"/>
              </a:spcBef>
            </a:pP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font</a:t>
            </a:r>
            <a:r>
              <a:rPr sz="135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Tahoma"/>
                <a:cs typeface="Tahoma"/>
              </a:rPr>
              <a:t>size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child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ahoma"/>
                <a:cs typeface="Tahoma"/>
              </a:rPr>
              <a:t>will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FFFFFF"/>
                </a:solidFill>
                <a:latin typeface="Tahoma"/>
                <a:cs typeface="Tahoma"/>
              </a:rPr>
              <a:t>be </a:t>
            </a: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half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FFFFFF"/>
                </a:solidFill>
                <a:latin typeface="Tahoma"/>
                <a:cs typeface="Tahoma"/>
              </a:rPr>
              <a:t>parent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ahoma"/>
                <a:cs typeface="Tahoma"/>
              </a:rPr>
              <a:t>0.5em</a:t>
            </a:r>
            <a:endParaRPr sz="1350">
              <a:latin typeface="Tahoma"/>
              <a:cs typeface="Tahoma"/>
            </a:endParaRPr>
          </a:p>
          <a:p>
            <a:pPr marL="852805">
              <a:lnSpc>
                <a:spcPct val="100000"/>
              </a:lnSpc>
              <a:spcBef>
                <a:spcPts val="1190"/>
              </a:spcBef>
            </a:pPr>
            <a:r>
              <a:rPr sz="1350" dirty="0">
                <a:solidFill>
                  <a:srgbClr val="FFFFFF"/>
                </a:solidFill>
                <a:latin typeface="Tahoma"/>
                <a:cs typeface="Tahoma"/>
              </a:rPr>
              <a:t>for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55" dirty="0">
                <a:solidFill>
                  <a:srgbClr val="FFFFFF"/>
                </a:solidFill>
                <a:latin typeface="Tahoma"/>
                <a:cs typeface="Tahoma"/>
              </a:rPr>
              <a:t>padding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9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FFFFFF"/>
                </a:solidFill>
                <a:latin typeface="Tahoma"/>
                <a:cs typeface="Tahoma"/>
              </a:rPr>
              <a:t>margin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FFFFFF"/>
                </a:solidFill>
                <a:latin typeface="Tahoma"/>
                <a:cs typeface="Tahoma"/>
              </a:rPr>
              <a:t>it's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Tahoma"/>
                <a:cs typeface="Tahoma"/>
              </a:rPr>
              <a:t>relative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FFFFFF"/>
                </a:solidFill>
                <a:latin typeface="Tahoma"/>
                <a:cs typeface="Tahoma"/>
              </a:rPr>
              <a:t>same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50" dirty="0">
                <a:solidFill>
                  <a:srgbClr val="FFFFFF"/>
                </a:solidFill>
                <a:latin typeface="Tahoma"/>
                <a:cs typeface="Tahoma"/>
              </a:rPr>
              <a:t>element's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font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size</a:t>
            </a:r>
            <a:endParaRPr sz="1350">
              <a:latin typeface="Tahoma"/>
              <a:cs typeface="Tahoma"/>
            </a:endParaRPr>
          </a:p>
          <a:p>
            <a:pPr marL="1195705" marR="1194435" indent="764540">
              <a:lnSpc>
                <a:spcPct val="177100"/>
              </a:lnSpc>
              <a:spcBef>
                <a:spcPts val="1325"/>
              </a:spcBef>
            </a:pP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show</a:t>
            </a:r>
            <a:r>
              <a:rPr sz="1350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FFFFFF"/>
                </a:solidFill>
                <a:latin typeface="Tahoma"/>
                <a:cs typeface="Tahoma"/>
              </a:rPr>
              <a:t>both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60" dirty="0">
                <a:solidFill>
                  <a:srgbClr val="FFFFFF"/>
                </a:solidFill>
                <a:latin typeface="Tahoma"/>
                <a:cs typeface="Tahoma"/>
              </a:rPr>
              <a:t>on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FFFFFF"/>
                </a:solidFill>
                <a:latin typeface="Tahoma"/>
                <a:cs typeface="Tahoma"/>
              </a:rPr>
              <a:t>same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FFFFFF"/>
                </a:solidFill>
                <a:latin typeface="Tahoma"/>
                <a:cs typeface="Tahoma"/>
              </a:rPr>
              <a:t>par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9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350" spc="-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Tahoma"/>
                <a:cs typeface="Tahoma"/>
              </a:rPr>
              <a:t>div </a:t>
            </a:r>
            <a:r>
              <a:rPr sz="1350" spc="-90" dirty="0">
                <a:solidFill>
                  <a:srgbClr val="FFFFFF"/>
                </a:solidFill>
                <a:latin typeface="Tahoma"/>
                <a:cs typeface="Tahoma"/>
              </a:rPr>
              <a:t>make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FFFFFF"/>
                </a:solidFill>
                <a:latin typeface="Tahoma"/>
                <a:cs typeface="Tahoma"/>
              </a:rPr>
              <a:t>button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FFFFFF"/>
                </a:solidFill>
                <a:latin typeface="Tahoma"/>
                <a:cs typeface="Tahoma"/>
              </a:rPr>
              <a:t>border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9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350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ahoma"/>
                <a:cs typeface="Tahoma"/>
              </a:rPr>
              <a:t>font-</a:t>
            </a: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size</a:t>
            </a:r>
            <a:endParaRPr sz="13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1350" spc="-35" dirty="0">
                <a:solidFill>
                  <a:srgbClr val="FFFFFF"/>
                </a:solidFill>
                <a:latin typeface="Tahoma"/>
                <a:cs typeface="Tahoma"/>
              </a:rPr>
              <a:t>then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60" dirty="0">
                <a:solidFill>
                  <a:srgbClr val="FFFFFF"/>
                </a:solidFill>
                <a:latin typeface="Tahoma"/>
                <a:cs typeface="Tahoma"/>
              </a:rPr>
              <a:t>change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dirty="0">
                <a:solidFill>
                  <a:srgbClr val="FFFFFF"/>
                </a:solidFill>
                <a:latin typeface="Tahoma"/>
                <a:cs typeface="Tahoma"/>
              </a:rPr>
              <a:t>its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0" dirty="0">
                <a:solidFill>
                  <a:srgbClr val="FFFFFF"/>
                </a:solidFill>
                <a:latin typeface="Tahoma"/>
                <a:cs typeface="Tahoma"/>
              </a:rPr>
              <a:t>border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Tahoma"/>
                <a:cs typeface="Tahoma"/>
              </a:rPr>
              <a:t>radius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4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FFFFFF"/>
                </a:solidFill>
                <a:latin typeface="Tahoma"/>
                <a:cs typeface="Tahoma"/>
              </a:rPr>
              <a:t>pixel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85" dirty="0">
                <a:solidFill>
                  <a:srgbClr val="FFFFFF"/>
                </a:solidFill>
                <a:latin typeface="Tahoma"/>
                <a:cs typeface="Tahoma"/>
              </a:rPr>
              <a:t>ems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Tahoma"/>
                <a:cs typeface="Tahoma"/>
              </a:rPr>
              <a:t>set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95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35" dirty="0">
                <a:solidFill>
                  <a:srgbClr val="FFFFFF"/>
                </a:solidFill>
                <a:latin typeface="Tahoma"/>
                <a:cs typeface="Tahoma"/>
              </a:rPr>
              <a:t>constant</a:t>
            </a:r>
            <a:r>
              <a:rPr sz="1350" spc="-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50" spc="-10" dirty="0">
                <a:solidFill>
                  <a:srgbClr val="FFFFFF"/>
                </a:solidFill>
                <a:latin typeface="Tahoma"/>
                <a:cs typeface="Tahoma"/>
              </a:rPr>
              <a:t>shape</a:t>
            </a:r>
            <a:endParaRPr sz="135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2894131" y="7293264"/>
            <a:ext cx="5394325" cy="2994025"/>
          </a:xfrm>
          <a:custGeom>
            <a:avLst/>
            <a:gdLst/>
            <a:ahLst/>
            <a:cxnLst/>
            <a:rect l="l" t="t" r="r" b="b"/>
            <a:pathLst>
              <a:path w="5394325" h="2994025">
                <a:moveTo>
                  <a:pt x="5393869" y="2993735"/>
                </a:moveTo>
                <a:lnTo>
                  <a:pt x="201747" y="2993735"/>
                </a:lnTo>
                <a:lnTo>
                  <a:pt x="177910" y="2976089"/>
                </a:lnTo>
                <a:lnTo>
                  <a:pt x="142279" y="2943819"/>
                </a:lnTo>
                <a:lnTo>
                  <a:pt x="110010" y="2908188"/>
                </a:lnTo>
                <a:lnTo>
                  <a:pt x="81615" y="2869833"/>
                </a:lnTo>
                <a:lnTo>
                  <a:pt x="57227" y="2829072"/>
                </a:lnTo>
                <a:lnTo>
                  <a:pt x="36977" y="2786223"/>
                </a:lnTo>
                <a:lnTo>
                  <a:pt x="20997" y="2741605"/>
                </a:lnTo>
                <a:lnTo>
                  <a:pt x="9420" y="2695537"/>
                </a:lnTo>
                <a:lnTo>
                  <a:pt x="2377" y="2648338"/>
                </a:lnTo>
                <a:lnTo>
                  <a:pt x="0" y="260032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0" y="110011"/>
                </a:lnTo>
                <a:lnTo>
                  <a:pt x="216266" y="81616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5393869" y="0"/>
                </a:lnTo>
                <a:lnTo>
                  <a:pt x="5393869" y="2993735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 rotWithShape="1">
          <a:blip r:embed="rId2" cstate="print"/>
          <a:srcRect r="53832"/>
          <a:stretch/>
        </p:blipFill>
        <p:spPr>
          <a:xfrm>
            <a:off x="1072548" y="2619788"/>
            <a:ext cx="16072452" cy="595271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929069"/>
            <a:ext cx="575469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-70" dirty="0"/>
              <a:t>Others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7106" y="3848100"/>
            <a:ext cx="29441574" cy="18310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ts val="2990"/>
              </a:lnSpc>
              <a:spcBef>
                <a:spcPts val="100"/>
              </a:spcBef>
            </a:pPr>
            <a:r>
              <a:rPr sz="8000" spc="-40" dirty="0">
                <a:solidFill>
                  <a:srgbClr val="FFFFFF"/>
                </a:solidFill>
                <a:latin typeface="Trebuchet MS"/>
                <a:cs typeface="Trebuchet MS"/>
              </a:rPr>
              <a:t>vh:</a:t>
            </a:r>
            <a:r>
              <a:rPr sz="80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105" dirty="0">
                <a:solidFill>
                  <a:srgbClr val="FFFFFF"/>
                </a:solidFill>
                <a:latin typeface="Trebuchet MS"/>
                <a:cs typeface="Trebuchet MS"/>
              </a:rPr>
              <a:t>relative</a:t>
            </a:r>
            <a:r>
              <a:rPr sz="80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5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80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320" dirty="0">
                <a:solidFill>
                  <a:srgbClr val="FFFFFF"/>
                </a:solidFill>
                <a:latin typeface="Trebuchet MS"/>
                <a:cs typeface="Trebuchet MS"/>
              </a:rPr>
              <a:t>1%</a:t>
            </a:r>
            <a:r>
              <a:rPr sz="80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80" dirty="0">
                <a:solidFill>
                  <a:srgbClr val="FFFFFF"/>
                </a:solidFill>
                <a:latin typeface="Trebuchet MS"/>
                <a:cs typeface="Trebuchet MS"/>
              </a:rPr>
              <a:t>viewport</a:t>
            </a:r>
            <a:r>
              <a:rPr sz="80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10" dirty="0">
                <a:solidFill>
                  <a:srgbClr val="FFFFFF"/>
                </a:solidFill>
                <a:latin typeface="Trebuchet MS"/>
                <a:cs typeface="Trebuchet MS"/>
              </a:rPr>
              <a:t>height</a:t>
            </a:r>
            <a:endParaRPr sz="8000" dirty="0">
              <a:latin typeface="Trebuchet MS"/>
              <a:cs typeface="Trebuchet MS"/>
            </a:endParaRPr>
          </a:p>
          <a:p>
            <a:pPr marL="36195">
              <a:lnSpc>
                <a:spcPts val="12470"/>
              </a:lnSpc>
            </a:pPr>
            <a:r>
              <a:rPr sz="8000" spc="-105" dirty="0">
                <a:solidFill>
                  <a:srgbClr val="FFFFFF"/>
                </a:solidFill>
                <a:latin typeface="Trebuchet MS"/>
                <a:cs typeface="Trebuchet MS"/>
              </a:rPr>
              <a:t>vw</a:t>
            </a:r>
            <a:r>
              <a:rPr sz="80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130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80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105" dirty="0">
                <a:solidFill>
                  <a:srgbClr val="FFFFFF"/>
                </a:solidFill>
                <a:latin typeface="Trebuchet MS"/>
                <a:cs typeface="Trebuchet MS"/>
              </a:rPr>
              <a:t>relative</a:t>
            </a:r>
            <a:r>
              <a:rPr sz="80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5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80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320" dirty="0">
                <a:solidFill>
                  <a:srgbClr val="FFFFFF"/>
                </a:solidFill>
                <a:latin typeface="Trebuchet MS"/>
                <a:cs typeface="Trebuchet MS"/>
              </a:rPr>
              <a:t>1%</a:t>
            </a:r>
            <a:r>
              <a:rPr sz="80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80" dirty="0">
                <a:solidFill>
                  <a:srgbClr val="FFFFFF"/>
                </a:solidFill>
                <a:latin typeface="Trebuchet MS"/>
                <a:cs typeface="Trebuchet MS"/>
              </a:rPr>
              <a:t>viewport</a:t>
            </a:r>
            <a:r>
              <a:rPr sz="80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8000" spc="-70" dirty="0">
                <a:solidFill>
                  <a:srgbClr val="FFFFFF"/>
                </a:solidFill>
                <a:latin typeface="Trebuchet MS"/>
                <a:cs typeface="Trebuchet MS"/>
              </a:rPr>
              <a:t>width</a:t>
            </a:r>
            <a:endParaRPr sz="80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929069"/>
            <a:ext cx="678688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20" dirty="0"/>
              <a:t>Position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051387"/>
            <a:ext cx="13524865" cy="3059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6600" spc="-2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30" dirty="0">
                <a:solidFill>
                  <a:srgbClr val="FFFFFF"/>
                </a:solidFill>
                <a:latin typeface="Trebuchet MS"/>
                <a:cs typeface="Trebuchet MS"/>
              </a:rPr>
              <a:t>position</a:t>
            </a:r>
            <a:r>
              <a:rPr sz="6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240" dirty="0">
                <a:solidFill>
                  <a:srgbClr val="FFFFFF"/>
                </a:solidFill>
                <a:latin typeface="Trebuchet MS"/>
                <a:cs typeface="Trebuchet MS"/>
                <a:hlinkClick r:id="rId2"/>
              </a:rPr>
              <a:t>CSS</a:t>
            </a:r>
            <a:r>
              <a:rPr sz="66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35" dirty="0">
                <a:solidFill>
                  <a:srgbClr val="FFFFFF"/>
                </a:solidFill>
                <a:latin typeface="Trebuchet MS"/>
                <a:cs typeface="Trebuchet MS"/>
              </a:rPr>
              <a:t>property</a:t>
            </a:r>
            <a:r>
              <a:rPr sz="66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25" dirty="0">
                <a:solidFill>
                  <a:srgbClr val="FFFFFF"/>
                </a:solidFill>
                <a:latin typeface="Trebuchet MS"/>
                <a:cs typeface="Trebuchet MS"/>
              </a:rPr>
              <a:t>sets</a:t>
            </a:r>
            <a:r>
              <a:rPr sz="6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10" dirty="0">
                <a:solidFill>
                  <a:srgbClr val="17D9FF"/>
                </a:solidFill>
                <a:latin typeface="Trebuchet MS"/>
                <a:cs typeface="Trebuchet MS"/>
              </a:rPr>
              <a:t>how</a:t>
            </a:r>
            <a:r>
              <a:rPr sz="6600" spc="-19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dirty="0">
                <a:solidFill>
                  <a:srgbClr val="17D9FF"/>
                </a:solidFill>
                <a:latin typeface="Trebuchet MS"/>
                <a:cs typeface="Trebuchet MS"/>
              </a:rPr>
              <a:t>an</a:t>
            </a:r>
            <a:r>
              <a:rPr sz="6600" spc="-18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100" dirty="0">
                <a:solidFill>
                  <a:srgbClr val="17D9FF"/>
                </a:solidFill>
                <a:latin typeface="Trebuchet MS"/>
                <a:cs typeface="Trebuchet MS"/>
              </a:rPr>
              <a:t>element</a:t>
            </a:r>
            <a:r>
              <a:rPr sz="660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dirty="0">
                <a:solidFill>
                  <a:srgbClr val="17D9FF"/>
                </a:solidFill>
                <a:latin typeface="Trebuchet MS"/>
                <a:cs typeface="Trebuchet MS"/>
              </a:rPr>
              <a:t>is</a:t>
            </a:r>
            <a:r>
              <a:rPr sz="6600" spc="-19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40" dirty="0">
                <a:solidFill>
                  <a:srgbClr val="17D9FF"/>
                </a:solidFill>
                <a:latin typeface="Trebuchet MS"/>
                <a:cs typeface="Trebuchet MS"/>
              </a:rPr>
              <a:t>positioned</a:t>
            </a:r>
            <a:r>
              <a:rPr sz="6600" spc="-19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30" dirty="0">
                <a:solidFill>
                  <a:srgbClr val="FFFFFF"/>
                </a:solidFill>
                <a:latin typeface="Trebuchet MS"/>
                <a:cs typeface="Trebuchet MS"/>
              </a:rPr>
              <a:t>in</a:t>
            </a:r>
            <a:r>
              <a:rPr sz="66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6600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10" dirty="0">
                <a:solidFill>
                  <a:srgbClr val="FFFFFF"/>
                </a:solidFill>
                <a:latin typeface="Trebuchet MS"/>
                <a:cs typeface="Trebuchet MS"/>
              </a:rPr>
              <a:t>document.</a:t>
            </a:r>
            <a:endParaRPr sz="6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-152400" y="5151120"/>
            <a:ext cx="17449800" cy="1446293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036955">
              <a:lnSpc>
                <a:spcPts val="12900"/>
              </a:lnSpc>
              <a:spcBef>
                <a:spcPts val="115"/>
              </a:spcBef>
            </a:pPr>
            <a:r>
              <a:rPr sz="6600" spc="-50" dirty="0"/>
              <a:t>position</a:t>
            </a:r>
            <a:r>
              <a:rPr sz="6600" spc="-195" dirty="0"/>
              <a:t> </a:t>
            </a:r>
            <a:r>
              <a:rPr sz="6600" dirty="0"/>
              <a:t>:</a:t>
            </a:r>
            <a:r>
              <a:rPr sz="6600" spc="-160" dirty="0"/>
              <a:t> </a:t>
            </a:r>
            <a:r>
              <a:rPr sz="6600" spc="-70" dirty="0"/>
              <a:t>static</a:t>
            </a:r>
            <a:r>
              <a:rPr sz="6600" spc="-130" dirty="0"/>
              <a:t> </a:t>
            </a:r>
            <a:r>
              <a:rPr sz="6600" spc="-225" dirty="0"/>
              <a:t>/</a:t>
            </a:r>
            <a:r>
              <a:rPr sz="6600" spc="-105" dirty="0"/>
              <a:t> relative</a:t>
            </a:r>
            <a:r>
              <a:rPr lang="en-US" sz="6600" spc="-135" dirty="0"/>
              <a:t> / absolute / fixed</a:t>
            </a:r>
            <a:endParaRPr sz="6600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/>
              <a:t>Position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474" y="2495731"/>
            <a:ext cx="123825" cy="1238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474" y="4178934"/>
            <a:ext cx="123825" cy="12382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474" y="5859779"/>
            <a:ext cx="123825" cy="12382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474" y="7540625"/>
            <a:ext cx="123825" cy="12382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3474" y="8956039"/>
            <a:ext cx="123825" cy="12382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95710" y="2202868"/>
            <a:ext cx="16149955" cy="7341753"/>
          </a:xfrm>
          <a:prstGeom prst="rect">
            <a:avLst/>
          </a:prstGeom>
        </p:spPr>
        <p:txBody>
          <a:bodyPr vert="horz" wrap="square" lIns="0" tIns="673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530"/>
              </a:spcBef>
            </a:pPr>
            <a:r>
              <a:rPr sz="3200" spc="-90" dirty="0">
                <a:solidFill>
                  <a:srgbClr val="17D9FF"/>
                </a:solidFill>
                <a:latin typeface="Trebuchet MS"/>
                <a:cs typeface="Trebuchet MS"/>
              </a:rPr>
              <a:t>static</a:t>
            </a:r>
            <a:r>
              <a:rPr sz="320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3200" spc="1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default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Trebuchet MS"/>
                <a:cs typeface="Trebuchet MS"/>
              </a:rPr>
              <a:t>position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(The</a:t>
            </a:r>
            <a:r>
              <a:rPr sz="32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  <a:hlinkClick r:id="rId3"/>
              </a:rPr>
              <a:t>top</a:t>
            </a:r>
            <a:r>
              <a:rPr sz="3200" spc="-90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32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  <a:hlinkClick r:id="rId4"/>
              </a:rPr>
              <a:t>right</a:t>
            </a:r>
            <a:r>
              <a:rPr sz="3200" spc="-8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32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Trebuchet MS"/>
                <a:cs typeface="Trebuchet MS"/>
                <a:hlinkClick r:id="rId5"/>
              </a:rPr>
              <a:t>bottom</a:t>
            </a:r>
            <a:r>
              <a:rPr sz="3200" spc="-7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32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55" dirty="0">
                <a:solidFill>
                  <a:srgbClr val="FFFFFF"/>
                </a:solidFill>
                <a:latin typeface="Trebuchet MS"/>
                <a:cs typeface="Trebuchet MS"/>
                <a:hlinkClick r:id="rId6"/>
              </a:rPr>
              <a:t>left</a:t>
            </a:r>
            <a:r>
              <a:rPr sz="3200" spc="-15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2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Trebuchet MS"/>
                <a:cs typeface="Trebuchet MS"/>
                <a:hlinkClick r:id="rId7"/>
              </a:rPr>
              <a:t>z-</a:t>
            </a:r>
            <a:r>
              <a:rPr sz="3200" spc="-70" dirty="0">
                <a:solidFill>
                  <a:srgbClr val="FFFFFF"/>
                </a:solidFill>
                <a:latin typeface="Trebuchet MS"/>
                <a:cs typeface="Trebuchet MS"/>
                <a:hlinkClick r:id="rId7"/>
              </a:rPr>
              <a:t>index</a:t>
            </a:r>
            <a:r>
              <a:rPr sz="32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45" dirty="0">
                <a:solidFill>
                  <a:srgbClr val="FFFFFF"/>
                </a:solidFill>
                <a:latin typeface="Trebuchet MS"/>
                <a:cs typeface="Trebuchet MS"/>
              </a:rPr>
              <a:t>properties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rebuchet MS"/>
                <a:cs typeface="Trebuchet MS"/>
              </a:rPr>
              <a:t>have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no</a:t>
            </a:r>
            <a:r>
              <a:rPr sz="32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effect)</a:t>
            </a:r>
            <a:endParaRPr sz="3200" dirty="0">
              <a:latin typeface="Trebuchet MS"/>
              <a:cs typeface="Trebuchet MS"/>
            </a:endParaRPr>
          </a:p>
          <a:p>
            <a:pPr marL="38100" marR="483870" algn="just">
              <a:lnSpc>
                <a:spcPts val="13240"/>
              </a:lnSpc>
              <a:spcBef>
                <a:spcPts val="2020"/>
              </a:spcBef>
            </a:pPr>
            <a:r>
              <a:rPr sz="3200" spc="-105" dirty="0">
                <a:solidFill>
                  <a:srgbClr val="17D9FF"/>
                </a:solidFill>
                <a:latin typeface="Trebuchet MS"/>
                <a:cs typeface="Trebuchet MS"/>
              </a:rPr>
              <a:t>relative</a:t>
            </a:r>
            <a:r>
              <a:rPr sz="3200" spc="-14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3200" spc="1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320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Trebuchet MS"/>
                <a:cs typeface="Trebuchet MS"/>
              </a:rPr>
              <a:t>element</a:t>
            </a:r>
            <a:r>
              <a:rPr sz="3200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is</a:t>
            </a:r>
            <a:r>
              <a:rPr sz="320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Trebuchet MS"/>
                <a:cs typeface="Trebuchet MS"/>
              </a:rPr>
              <a:t>relative</a:t>
            </a:r>
            <a:r>
              <a:rPr sz="3200" spc="-1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200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45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3200" spc="-81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lang="en-US" sz="3200" spc="-81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4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3200" spc="-24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lang="en-US" sz="3200" spc="-245" dirty="0">
                <a:solidFill>
                  <a:srgbClr val="FFFFFF"/>
                </a:solidFill>
                <a:latin typeface="Trebuchet MS"/>
                <a:cs typeface="Trebuchet MS"/>
              </a:rPr>
              <a:t>l</a:t>
            </a:r>
            <a:r>
              <a:rPr sz="3200" spc="-245" dirty="0">
                <a:solidFill>
                  <a:srgbClr val="FFFFFF"/>
                </a:solidFill>
                <a:latin typeface="Trebuchet MS"/>
                <a:cs typeface="Trebuchet MS"/>
              </a:rPr>
              <a:t>f</a:t>
            </a:r>
            <a:r>
              <a:rPr sz="3200" spc="-235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r>
              <a:rPr sz="3200" spc="60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3200" spc="-885" dirty="0">
                <a:solidFill>
                  <a:srgbClr val="FFFFFF"/>
                </a:solidFill>
                <a:latin typeface="Trebuchet MS"/>
                <a:cs typeface="Trebuchet MS"/>
              </a:rPr>
              <a:t>(</a:t>
            </a:r>
            <a:r>
              <a:rPr lang="en-US" sz="3200" spc="-8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58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lang="en-US" sz="3200" spc="-5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580" dirty="0">
                <a:solidFill>
                  <a:srgbClr val="FFFFFF"/>
                </a:solidFill>
                <a:latin typeface="Trebuchet MS"/>
                <a:cs typeface="Trebuchet MS"/>
              </a:rPr>
              <a:t>h</a:t>
            </a:r>
            <a:r>
              <a:rPr lang="en-US" sz="3200" spc="-5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575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200" spc="520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3200" spc="-1560" dirty="0">
                <a:solidFill>
                  <a:srgbClr val="FFFFFF"/>
                </a:solidFill>
                <a:latin typeface="Trebuchet MS"/>
                <a:cs typeface="Trebuchet MS"/>
                <a:hlinkClick r:id="rId3"/>
              </a:rPr>
              <a:t>t</a:t>
            </a:r>
            <a:r>
              <a:rPr lang="en-US" sz="3200" spc="-1560" dirty="0">
                <a:solidFill>
                  <a:srgbClr val="FFFFFF"/>
                </a:solidFill>
                <a:latin typeface="Trebuchet MS"/>
                <a:cs typeface="Trebuchet MS"/>
                <a:hlinkClick r:id="rId3"/>
              </a:rPr>
              <a:t>  </a:t>
            </a:r>
            <a:r>
              <a:rPr sz="3200" spc="-595" dirty="0">
                <a:solidFill>
                  <a:srgbClr val="FFFFFF"/>
                </a:solidFill>
                <a:latin typeface="Trebuchet MS"/>
                <a:cs typeface="Trebuchet MS"/>
                <a:hlinkClick r:id="rId3"/>
              </a:rPr>
              <a:t>o</a:t>
            </a:r>
            <a:r>
              <a:rPr lang="en-US" sz="3200" spc="-595" dirty="0">
                <a:solidFill>
                  <a:srgbClr val="FFFFFF"/>
                </a:solidFill>
                <a:latin typeface="Trebuchet MS"/>
                <a:cs typeface="Trebuchet MS"/>
                <a:hlinkClick r:id="rId3"/>
              </a:rPr>
              <a:t> </a:t>
            </a:r>
            <a:r>
              <a:rPr sz="3200" spc="-595" dirty="0">
                <a:solidFill>
                  <a:srgbClr val="FFFFFF"/>
                </a:solidFill>
                <a:latin typeface="Trebuchet MS"/>
                <a:cs typeface="Trebuchet MS"/>
                <a:hlinkClick r:id="rId3"/>
              </a:rPr>
              <a:t>p</a:t>
            </a:r>
            <a:r>
              <a:rPr lang="en-US" sz="3200" spc="-5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Trebuchet MS"/>
              </a:rPr>
              <a:t>,</a:t>
            </a:r>
            <a:r>
              <a:rPr lang="en-US" sz="3200" spc="-75" dirty="0">
                <a:solidFill>
                  <a:srgbClr val="FFFFFF"/>
                </a:solidFill>
                <a:latin typeface="Trebuchet MS"/>
              </a:rPr>
              <a:t> right</a:t>
            </a:r>
            <a:r>
              <a:rPr sz="3200" spc="-28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3200" spc="160" dirty="0">
                <a:solidFill>
                  <a:srgbClr val="FFFFFF"/>
                </a:solidFill>
                <a:latin typeface="Trebuchet MS"/>
                <a:cs typeface="Trebuchet MS"/>
              </a:rPr>
              <a:t>  </a:t>
            </a:r>
            <a:r>
              <a:rPr sz="3200" spc="-75" dirty="0">
                <a:solidFill>
                  <a:srgbClr val="FFFFFF"/>
                </a:solidFill>
                <a:latin typeface="Trebuchet MS"/>
                <a:cs typeface="Trebuchet MS"/>
                <a:hlinkClick r:id="rId5"/>
              </a:rPr>
              <a:t>bottom</a:t>
            </a:r>
            <a:r>
              <a:rPr sz="3200" spc="-7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  <a:hlinkClick r:id="rId6"/>
              </a:rPr>
              <a:t>left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</a:rPr>
              <a:t>,</a:t>
            </a:r>
            <a:r>
              <a:rPr sz="3200" spc="-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and</a:t>
            </a:r>
            <a:r>
              <a:rPr sz="320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Trebuchet MS"/>
                <a:cs typeface="Trebuchet MS"/>
                <a:hlinkClick r:id="rId7"/>
              </a:rPr>
              <a:t>z-</a:t>
            </a:r>
            <a:r>
              <a:rPr sz="3200" spc="-70" dirty="0">
                <a:solidFill>
                  <a:srgbClr val="FFFFFF"/>
                </a:solidFill>
                <a:latin typeface="Trebuchet MS"/>
                <a:cs typeface="Trebuchet MS"/>
                <a:hlinkClick r:id="rId7"/>
              </a:rPr>
              <a:t>index</a:t>
            </a:r>
            <a:r>
              <a:rPr sz="3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35" dirty="0">
                <a:solidFill>
                  <a:srgbClr val="FFFFFF"/>
                </a:solidFill>
                <a:latin typeface="Trebuchet MS"/>
                <a:cs typeface="Trebuchet MS"/>
              </a:rPr>
              <a:t>will</a:t>
            </a:r>
            <a:r>
              <a:rPr sz="3200" spc="2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work) </a:t>
            </a:r>
            <a:r>
              <a:rPr sz="3200" spc="-45" dirty="0">
                <a:solidFill>
                  <a:srgbClr val="17D9FF"/>
                </a:solidFill>
                <a:latin typeface="Trebuchet MS"/>
                <a:cs typeface="Trebuchet MS"/>
              </a:rPr>
              <a:t>absolute</a:t>
            </a:r>
            <a:r>
              <a:rPr sz="3200" spc="-20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3200" spc="1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3200" spc="-2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rebuchet MS"/>
                <a:cs typeface="Trebuchet MS"/>
              </a:rPr>
              <a:t>positioned</a:t>
            </a:r>
            <a:r>
              <a:rPr sz="32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04" dirty="0">
                <a:solidFill>
                  <a:srgbClr val="FFFFFF"/>
                </a:solidFill>
                <a:latin typeface="Trebuchet MS"/>
                <a:cs typeface="Trebuchet MS"/>
              </a:rPr>
              <a:t>r</a:t>
            </a:r>
            <a:r>
              <a:rPr sz="3200" spc="-210" dirty="0">
                <a:solidFill>
                  <a:srgbClr val="FFFFFF"/>
                </a:solidFill>
                <a:latin typeface="Trebuchet MS"/>
                <a:cs typeface="Trebuchet MS"/>
              </a:rPr>
              <a:t>ela</a:t>
            </a:r>
            <a:r>
              <a:rPr sz="3200" spc="-370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lang="en-US" sz="3200" spc="-210" dirty="0">
                <a:solidFill>
                  <a:srgbClr val="FFFFFF"/>
                </a:solidFill>
                <a:latin typeface="Trebuchet MS"/>
                <a:cs typeface="Trebuchet MS"/>
              </a:rPr>
              <a:t>i</a:t>
            </a:r>
            <a:r>
              <a:rPr sz="3200" spc="-210" dirty="0">
                <a:solidFill>
                  <a:srgbClr val="FFFFFF"/>
                </a:solidFill>
                <a:latin typeface="Trebuchet MS"/>
                <a:cs typeface="Trebuchet MS"/>
              </a:rPr>
              <a:t>v</a:t>
            </a:r>
            <a:r>
              <a:rPr sz="3200" spc="-200" dirty="0">
                <a:solidFill>
                  <a:srgbClr val="FFFFFF"/>
                </a:solidFill>
                <a:latin typeface="Trebuchet MS"/>
                <a:cs typeface="Trebuchet MS"/>
              </a:rPr>
              <a:t>e</a:t>
            </a:r>
            <a:r>
              <a:rPr sz="32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lang="en-US" sz="3200" spc="-50" dirty="0">
                <a:solidFill>
                  <a:srgbClr val="FFFFFF"/>
                </a:solidFill>
                <a:latin typeface="Trebuchet MS"/>
                <a:cs typeface="Trebuchet MS"/>
              </a:rPr>
              <a:t>to its closest</a:t>
            </a:r>
            <a:r>
              <a:rPr sz="3200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3200" spc="-465" dirty="0">
                <a:solidFill>
                  <a:srgbClr val="FFFFFF"/>
                </a:solidFill>
                <a:latin typeface="Trebuchet MS"/>
                <a:cs typeface="Trebuchet MS"/>
              </a:rPr>
              <a:t>n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ce</a:t>
            </a:r>
            <a:r>
              <a:rPr sz="3200" spc="-140" dirty="0">
                <a:solidFill>
                  <a:srgbClr val="FFFFFF"/>
                </a:solidFill>
                <a:latin typeface="Trebuchet MS"/>
                <a:cs typeface="Trebuchet MS"/>
              </a:rPr>
              <a:t>s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t</a:t>
            </a:r>
            <a:r>
              <a:rPr sz="3200" spc="-140" dirty="0">
                <a:solidFill>
                  <a:srgbClr val="FFFFFF"/>
                </a:solidFill>
                <a:latin typeface="Trebuchet MS"/>
                <a:cs typeface="Trebuchet MS"/>
              </a:rPr>
              <a:t>or</a:t>
            </a:r>
            <a:r>
              <a:rPr sz="3200" spc="-135" dirty="0">
                <a:solidFill>
                  <a:srgbClr val="FFFFFF"/>
                </a:solidFill>
                <a:latin typeface="Trebuchet MS"/>
                <a:cs typeface="Trebuchet MS"/>
              </a:rPr>
              <a:t>.</a:t>
            </a:r>
            <a:r>
              <a:rPr sz="3200" spc="6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FFFF"/>
                </a:solidFill>
                <a:latin typeface="Trebuchet MS"/>
                <a:cs typeface="Trebuchet MS"/>
              </a:rPr>
              <a:t>(removed</a:t>
            </a:r>
            <a:r>
              <a:rPr sz="32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3200" spc="-22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3200" spc="2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flow) </a:t>
            </a:r>
            <a:endParaRPr lang="en-US" sz="3200" spc="-20" dirty="0">
              <a:solidFill>
                <a:srgbClr val="FFFFFF"/>
              </a:solidFill>
              <a:latin typeface="Trebuchet MS"/>
              <a:cs typeface="Trebuchet MS"/>
            </a:endParaRPr>
          </a:p>
          <a:p>
            <a:pPr marL="38100" marR="483870" algn="just">
              <a:lnSpc>
                <a:spcPts val="13240"/>
              </a:lnSpc>
              <a:spcBef>
                <a:spcPts val="2020"/>
              </a:spcBef>
            </a:pPr>
            <a:r>
              <a:rPr sz="3200" spc="-105" dirty="0">
                <a:solidFill>
                  <a:srgbClr val="17D9FF"/>
                </a:solidFill>
                <a:latin typeface="Trebuchet MS"/>
                <a:cs typeface="Trebuchet MS"/>
              </a:rPr>
              <a:t>fixed</a:t>
            </a:r>
            <a:r>
              <a:rPr sz="3200" spc="-15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3200" spc="1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rebuchet MS"/>
                <a:cs typeface="Trebuchet MS"/>
              </a:rPr>
              <a:t>positioned</a:t>
            </a:r>
            <a:r>
              <a:rPr sz="32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Trebuchet MS"/>
                <a:cs typeface="Trebuchet MS"/>
              </a:rPr>
              <a:t>relative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rebuchet MS"/>
                <a:cs typeface="Trebuchet MS"/>
              </a:rPr>
              <a:t>browser.</a:t>
            </a:r>
            <a:r>
              <a:rPr sz="3200" spc="-1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80" dirty="0">
                <a:solidFill>
                  <a:srgbClr val="FFFFFF"/>
                </a:solidFill>
                <a:latin typeface="Trebuchet MS"/>
                <a:cs typeface="Trebuchet MS"/>
              </a:rPr>
              <a:t>(removed</a:t>
            </a:r>
            <a:r>
              <a:rPr sz="3200" spc="-14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from</a:t>
            </a:r>
            <a:r>
              <a:rPr sz="32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flow)</a:t>
            </a:r>
            <a:endParaRPr sz="32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70"/>
              </a:spcBef>
            </a:pPr>
            <a:endParaRPr sz="3200" dirty="0">
              <a:latin typeface="Trebuchet MS"/>
              <a:cs typeface="Trebuchet MS"/>
            </a:endParaRPr>
          </a:p>
          <a:p>
            <a:pPr marL="38100" algn="just">
              <a:lnSpc>
                <a:spcPct val="100000"/>
              </a:lnSpc>
            </a:pPr>
            <a:r>
              <a:rPr sz="3200" spc="-30" dirty="0">
                <a:solidFill>
                  <a:srgbClr val="17D9FF"/>
                </a:solidFill>
                <a:latin typeface="Trebuchet MS"/>
                <a:cs typeface="Trebuchet MS"/>
              </a:rPr>
              <a:t>sticky</a:t>
            </a:r>
            <a:r>
              <a:rPr sz="3200" spc="-175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3200" spc="150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rebuchet MS"/>
                <a:cs typeface="Trebuchet MS"/>
              </a:rPr>
              <a:t>positioned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based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FFFFFF"/>
                </a:solidFill>
                <a:latin typeface="Trebuchet MS"/>
                <a:cs typeface="Trebuchet MS"/>
              </a:rPr>
              <a:t>on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75" dirty="0">
                <a:solidFill>
                  <a:srgbClr val="FFFFFF"/>
                </a:solidFill>
                <a:latin typeface="Trebuchet MS"/>
                <a:cs typeface="Trebuchet MS"/>
              </a:rPr>
              <a:t>user's</a:t>
            </a:r>
            <a:r>
              <a:rPr sz="32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rebuchet MS"/>
                <a:cs typeface="Trebuchet MS"/>
              </a:rPr>
              <a:t>scroll</a:t>
            </a:r>
            <a:r>
              <a:rPr sz="32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rebuchet MS"/>
                <a:cs typeface="Trebuchet MS"/>
              </a:rPr>
              <a:t>position</a:t>
            </a:r>
            <a:endParaRPr sz="32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5569" y="979705"/>
            <a:ext cx="678688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dirty="0"/>
              <a:t>z-</a:t>
            </a:r>
            <a:r>
              <a:rPr sz="6600" spc="-180" dirty="0"/>
              <a:t>index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5160" y="979706"/>
            <a:ext cx="158242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50" dirty="0">
                <a:solidFill>
                  <a:srgbClr val="FFFFFF"/>
                </a:solidFill>
                <a:latin typeface="Trebuchet MS"/>
                <a:cs typeface="Trebuchet MS"/>
              </a:rPr>
              <a:t>It</a:t>
            </a:r>
            <a:r>
              <a:rPr sz="6600" spc="-19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55" dirty="0">
                <a:solidFill>
                  <a:srgbClr val="FFFFFF"/>
                </a:solidFill>
                <a:latin typeface="Trebuchet MS"/>
                <a:cs typeface="Trebuchet MS"/>
              </a:rPr>
              <a:t>decides</a:t>
            </a:r>
            <a:r>
              <a:rPr sz="6600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90" dirty="0">
                <a:solidFill>
                  <a:srgbClr val="FFFFFF"/>
                </a:solidFill>
                <a:latin typeface="Trebuchet MS"/>
                <a:cs typeface="Trebuchet MS"/>
              </a:rPr>
              <a:t>the</a:t>
            </a:r>
            <a:r>
              <a:rPr sz="66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20" dirty="0">
                <a:solidFill>
                  <a:srgbClr val="17D9FF"/>
                </a:solidFill>
                <a:latin typeface="Trebuchet MS"/>
                <a:cs typeface="Trebuchet MS"/>
              </a:rPr>
              <a:t>stack</a:t>
            </a:r>
            <a:r>
              <a:rPr sz="6600" spc="-17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110" dirty="0">
                <a:solidFill>
                  <a:srgbClr val="17D9FF"/>
                </a:solidFill>
                <a:latin typeface="Trebuchet MS"/>
                <a:cs typeface="Trebuchet MS"/>
              </a:rPr>
              <a:t>level</a:t>
            </a:r>
            <a:r>
              <a:rPr sz="6600" spc="-16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spc="-20" dirty="0">
                <a:solidFill>
                  <a:srgbClr val="FFFFFF"/>
                </a:solidFill>
                <a:latin typeface="Trebuchet MS"/>
                <a:cs typeface="Trebuchet MS"/>
              </a:rPr>
              <a:t>of</a:t>
            </a:r>
            <a:r>
              <a:rPr sz="66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20" dirty="0">
                <a:solidFill>
                  <a:srgbClr val="FFFFFF"/>
                </a:solidFill>
                <a:latin typeface="Trebuchet MS"/>
                <a:cs typeface="Trebuchet MS"/>
              </a:rPr>
              <a:t>elements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90600" y="5143500"/>
            <a:ext cx="7241955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i="1" spc="60" dirty="0">
                <a:solidFill>
                  <a:srgbClr val="FFFFFF"/>
                </a:solidFill>
                <a:latin typeface="Trebuchet MS"/>
                <a:cs typeface="Trebuchet MS"/>
              </a:rPr>
              <a:t>z-</a:t>
            </a:r>
            <a:r>
              <a:rPr sz="6600" i="1" spc="-60" dirty="0">
                <a:solidFill>
                  <a:srgbClr val="FFFFFF"/>
                </a:solidFill>
                <a:latin typeface="Trebuchet MS"/>
                <a:cs typeface="Trebuchet MS"/>
              </a:rPr>
              <a:t>index</a:t>
            </a:r>
            <a:r>
              <a:rPr sz="6600" i="1" spc="-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6600" i="1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10" dirty="0">
                <a:solidFill>
                  <a:srgbClr val="FFFFFF"/>
                </a:solidFill>
                <a:latin typeface="Trebuchet MS"/>
                <a:cs typeface="Trebuchet MS"/>
              </a:rPr>
              <a:t>auto</a:t>
            </a:r>
            <a:r>
              <a:rPr sz="6600" i="1" spc="-1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75" dirty="0">
                <a:solidFill>
                  <a:srgbClr val="FFFFFF"/>
                </a:solidFill>
                <a:latin typeface="Trebuchet MS"/>
                <a:cs typeface="Trebuchet MS"/>
              </a:rPr>
              <a:t>(0)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5569" y="6259910"/>
            <a:ext cx="8093531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i="1" spc="60" dirty="0">
                <a:solidFill>
                  <a:srgbClr val="FFFFFF"/>
                </a:solidFill>
                <a:latin typeface="Trebuchet MS"/>
                <a:cs typeface="Trebuchet MS"/>
              </a:rPr>
              <a:t>z-</a:t>
            </a:r>
            <a:r>
              <a:rPr sz="6600" i="1" spc="-60" dirty="0">
                <a:solidFill>
                  <a:srgbClr val="FFFFFF"/>
                </a:solidFill>
                <a:latin typeface="Trebuchet MS"/>
                <a:cs typeface="Trebuchet MS"/>
              </a:rPr>
              <a:t>index</a:t>
            </a:r>
            <a:r>
              <a:rPr sz="6600" i="1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6600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1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6600" i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22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6600" i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1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6600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22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6600" i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90" dirty="0">
                <a:solidFill>
                  <a:srgbClr val="FFFFFF"/>
                </a:solidFill>
                <a:latin typeface="Trebuchet MS"/>
                <a:cs typeface="Trebuchet MS"/>
              </a:rPr>
              <a:t>...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35700" y="7376320"/>
            <a:ext cx="81534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i="1" spc="60" dirty="0">
                <a:solidFill>
                  <a:srgbClr val="FFFFFF"/>
                </a:solidFill>
                <a:latin typeface="Trebuchet MS"/>
                <a:cs typeface="Trebuchet MS"/>
              </a:rPr>
              <a:t>z-</a:t>
            </a:r>
            <a:r>
              <a:rPr sz="6600" i="1" spc="-60" dirty="0">
                <a:solidFill>
                  <a:srgbClr val="FFFFFF"/>
                </a:solidFill>
                <a:latin typeface="Trebuchet MS"/>
                <a:cs typeface="Trebuchet MS"/>
              </a:rPr>
              <a:t>index</a:t>
            </a:r>
            <a:r>
              <a:rPr sz="6600" i="1" spc="-17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6600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14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6600" i="1" spc="150" dirty="0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r>
              <a:rPr sz="6600" i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22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6600" i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145" dirty="0">
                <a:solidFill>
                  <a:srgbClr val="FFFFFF"/>
                </a:solidFill>
                <a:latin typeface="Trebuchet MS"/>
                <a:cs typeface="Trebuchet MS"/>
              </a:rPr>
              <a:t>-</a:t>
            </a:r>
            <a:r>
              <a:rPr sz="6600" i="1" spc="150" dirty="0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r>
              <a:rPr sz="6600" i="1" spc="-13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22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6600" i="1" spc="-10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85" dirty="0">
                <a:solidFill>
                  <a:srgbClr val="FFFFFF"/>
                </a:solidFill>
                <a:latin typeface="Trebuchet MS"/>
                <a:cs typeface="Trebuchet MS"/>
              </a:rPr>
              <a:t>...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0169" y="2118819"/>
            <a:ext cx="16960631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25" dirty="0">
                <a:solidFill>
                  <a:srgbClr val="FFFFFF"/>
                </a:solidFill>
                <a:latin typeface="Trebuchet MS"/>
                <a:cs typeface="Trebuchet MS"/>
              </a:rPr>
              <a:t>Overlapping</a:t>
            </a:r>
            <a:r>
              <a:rPr sz="6600" spc="-20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80" dirty="0">
                <a:solidFill>
                  <a:srgbClr val="FFFFFF"/>
                </a:solidFill>
                <a:latin typeface="Trebuchet MS"/>
                <a:cs typeface="Trebuchet MS"/>
              </a:rPr>
              <a:t>elements</a:t>
            </a:r>
            <a:r>
              <a:rPr sz="6600" spc="-16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11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66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66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55" dirty="0">
                <a:solidFill>
                  <a:srgbClr val="FFFFFF"/>
                </a:solidFill>
                <a:latin typeface="Trebuchet MS"/>
                <a:cs typeface="Trebuchet MS"/>
              </a:rPr>
              <a:t>larger</a:t>
            </a:r>
            <a:r>
              <a:rPr sz="66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55" dirty="0">
                <a:solidFill>
                  <a:srgbClr val="FFFFFF"/>
                </a:solidFill>
                <a:latin typeface="Trebuchet MS"/>
                <a:cs typeface="Trebuchet MS"/>
              </a:rPr>
              <a:t>z-</a:t>
            </a:r>
            <a:r>
              <a:rPr sz="6600" spc="-70" dirty="0">
                <a:solidFill>
                  <a:srgbClr val="FFFFFF"/>
                </a:solidFill>
                <a:latin typeface="Trebuchet MS"/>
                <a:cs typeface="Trebuchet MS"/>
              </a:rPr>
              <a:t>index</a:t>
            </a:r>
            <a:r>
              <a:rPr sz="66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30" dirty="0">
                <a:solidFill>
                  <a:srgbClr val="FFFFFF"/>
                </a:solidFill>
                <a:latin typeface="Trebuchet MS"/>
                <a:cs typeface="Trebuchet MS"/>
              </a:rPr>
              <a:t>cover</a:t>
            </a:r>
            <a:r>
              <a:rPr sz="66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25" dirty="0">
                <a:solidFill>
                  <a:srgbClr val="FFFFFF"/>
                </a:solidFill>
                <a:latin typeface="Trebuchet MS"/>
                <a:cs typeface="Trebuchet MS"/>
              </a:rPr>
              <a:t>those</a:t>
            </a:r>
            <a:r>
              <a:rPr sz="66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110" dirty="0">
                <a:solidFill>
                  <a:srgbClr val="FFFFFF"/>
                </a:solidFill>
                <a:latin typeface="Trebuchet MS"/>
                <a:cs typeface="Trebuchet MS"/>
              </a:rPr>
              <a:t>with</a:t>
            </a:r>
            <a:r>
              <a:rPr sz="6600" spc="-15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dirty="0">
                <a:solidFill>
                  <a:srgbClr val="FFFFFF"/>
                </a:solidFill>
                <a:latin typeface="Trebuchet MS"/>
                <a:cs typeface="Trebuchet MS"/>
              </a:rPr>
              <a:t>a</a:t>
            </a:r>
            <a:r>
              <a:rPr sz="66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45" dirty="0">
                <a:solidFill>
                  <a:srgbClr val="FFFFFF"/>
                </a:solidFill>
                <a:latin typeface="Trebuchet MS"/>
                <a:cs typeface="Trebuchet MS"/>
              </a:rPr>
              <a:t>smaller</a:t>
            </a:r>
            <a:r>
              <a:rPr sz="66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spc="-20" dirty="0">
                <a:solidFill>
                  <a:srgbClr val="FFFFFF"/>
                </a:solidFill>
                <a:latin typeface="Trebuchet MS"/>
                <a:cs typeface="Trebuchet MS"/>
              </a:rPr>
              <a:t>one.</a:t>
            </a:r>
            <a:endParaRPr sz="6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6547" y="2379713"/>
            <a:ext cx="9367520" cy="1367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800" spc="-75" dirty="0"/>
              <a:t>Background</a:t>
            </a:r>
            <a:r>
              <a:rPr sz="8800" spc="-335" dirty="0"/>
              <a:t> </a:t>
            </a:r>
            <a:r>
              <a:rPr sz="8800" spc="-10" dirty="0"/>
              <a:t>Image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439400" y="2628900"/>
            <a:ext cx="6407150" cy="167481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dirty="0">
                <a:solidFill>
                  <a:srgbClr val="FFFFFF"/>
                </a:solidFill>
                <a:latin typeface="Trebuchet MS"/>
                <a:cs typeface="Trebuchet MS"/>
              </a:rPr>
              <a:t>Used</a:t>
            </a:r>
            <a:r>
              <a:rPr sz="5400" spc="-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400" spc="-55" dirty="0">
                <a:solidFill>
                  <a:srgbClr val="FFFFFF"/>
                </a:solidFill>
                <a:latin typeface="Trebuchet MS"/>
                <a:cs typeface="Trebuchet MS"/>
              </a:rPr>
              <a:t>to</a:t>
            </a:r>
            <a:r>
              <a:rPr sz="5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400" spc="-75" dirty="0">
                <a:solidFill>
                  <a:srgbClr val="FFFFFF"/>
                </a:solidFill>
                <a:latin typeface="Trebuchet MS"/>
                <a:cs typeface="Trebuchet MS"/>
              </a:rPr>
              <a:t>set</a:t>
            </a:r>
            <a:r>
              <a:rPr sz="5400" spc="-16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400" dirty="0">
                <a:solidFill>
                  <a:srgbClr val="FFFFFF"/>
                </a:solidFill>
                <a:latin typeface="Trebuchet MS"/>
                <a:cs typeface="Trebuchet MS"/>
              </a:rPr>
              <a:t>an</a:t>
            </a:r>
            <a:r>
              <a:rPr sz="5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400" spc="-65" dirty="0">
                <a:solidFill>
                  <a:srgbClr val="FFFFFF"/>
                </a:solidFill>
                <a:latin typeface="Trebuchet MS"/>
                <a:cs typeface="Trebuchet MS"/>
              </a:rPr>
              <a:t>image</a:t>
            </a:r>
            <a:r>
              <a:rPr sz="5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400" dirty="0">
                <a:solidFill>
                  <a:srgbClr val="FFFFFF"/>
                </a:solidFill>
                <a:latin typeface="Trebuchet MS"/>
                <a:cs typeface="Trebuchet MS"/>
              </a:rPr>
              <a:t>as</a:t>
            </a:r>
            <a:r>
              <a:rPr sz="5400" spc="-17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5400" spc="-10" dirty="0">
                <a:solidFill>
                  <a:srgbClr val="FFFFFF"/>
                </a:solidFill>
                <a:latin typeface="Trebuchet MS"/>
                <a:cs typeface="Trebuchet MS"/>
              </a:rPr>
              <a:t>background</a:t>
            </a:r>
            <a:endParaRPr sz="54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0" y="4504432"/>
            <a:ext cx="18296534" cy="1278136"/>
          </a:xfrm>
          <a:prstGeom prst="rect">
            <a:avLst/>
          </a:prstGeom>
        </p:spPr>
        <p:txBody>
          <a:bodyPr vert="horz" wrap="square" lIns="0" tIns="222533" rIns="0" bIns="0" rtlCol="0">
            <a:spAutoFit/>
          </a:bodyPr>
          <a:lstStyle/>
          <a:p>
            <a:pPr marL="1077595">
              <a:lnSpc>
                <a:spcPts val="9255"/>
              </a:lnSpc>
            </a:pPr>
            <a:r>
              <a:rPr sz="5400" dirty="0"/>
              <a:t>background-image</a:t>
            </a:r>
            <a:r>
              <a:rPr lang="en-US" sz="5400" dirty="0"/>
              <a:t> : </a:t>
            </a:r>
            <a:r>
              <a:rPr lang="en-US" sz="5400" dirty="0" err="1"/>
              <a:t>url</a:t>
            </a:r>
            <a:r>
              <a:rPr lang="en-US" sz="5400" dirty="0"/>
              <a:t>(“link or address of image”);</a:t>
            </a:r>
            <a:r>
              <a:rPr sz="5400" spc="114" dirty="0"/>
              <a:t> </a:t>
            </a:r>
            <a:endParaRPr sz="41500" baseline="-29529" dirty="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7586" y="3161729"/>
            <a:ext cx="7735894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75" dirty="0"/>
              <a:t>Background</a:t>
            </a:r>
            <a:r>
              <a:rPr sz="6600" spc="-335" dirty="0"/>
              <a:t> </a:t>
            </a:r>
            <a:r>
              <a:rPr sz="6600" spc="-70" dirty="0"/>
              <a:t>Size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7586" y="4229100"/>
            <a:ext cx="15480294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i="1" dirty="0">
                <a:solidFill>
                  <a:srgbClr val="17D9FF"/>
                </a:solidFill>
                <a:latin typeface="Trebuchet MS"/>
                <a:cs typeface="Trebuchet MS"/>
              </a:rPr>
              <a:t>background-</a:t>
            </a:r>
            <a:r>
              <a:rPr sz="6600" i="1" spc="-30" dirty="0">
                <a:solidFill>
                  <a:srgbClr val="17D9FF"/>
                </a:solidFill>
                <a:latin typeface="Trebuchet MS"/>
                <a:cs typeface="Trebuchet MS"/>
              </a:rPr>
              <a:t>size</a:t>
            </a:r>
            <a:r>
              <a:rPr sz="6600" i="1" spc="-90" dirty="0">
                <a:solidFill>
                  <a:srgbClr val="17D9FF"/>
                </a:solidFill>
                <a:latin typeface="Trebuchet MS"/>
                <a:cs typeface="Trebuchet MS"/>
              </a:rPr>
              <a:t> </a:t>
            </a:r>
            <a:r>
              <a:rPr sz="6600" i="1" dirty="0">
                <a:solidFill>
                  <a:srgbClr val="FFFFFF"/>
                </a:solidFill>
                <a:latin typeface="Trebuchet MS"/>
                <a:cs typeface="Trebuchet MS"/>
              </a:rPr>
              <a:t>:</a:t>
            </a:r>
            <a:r>
              <a:rPr sz="6600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10" dirty="0">
                <a:solidFill>
                  <a:srgbClr val="FFFFFF"/>
                </a:solidFill>
                <a:latin typeface="Trebuchet MS"/>
                <a:cs typeface="Trebuchet MS"/>
              </a:rPr>
              <a:t>cover</a:t>
            </a:r>
            <a:r>
              <a:rPr sz="6600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22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6600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20" dirty="0">
                <a:solidFill>
                  <a:srgbClr val="FFFFFF"/>
                </a:solidFill>
                <a:latin typeface="Trebuchet MS"/>
                <a:cs typeface="Trebuchet MS"/>
              </a:rPr>
              <a:t>contain</a:t>
            </a:r>
            <a:r>
              <a:rPr sz="6600" i="1" spc="-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225" dirty="0">
                <a:solidFill>
                  <a:srgbClr val="FFFFFF"/>
                </a:solidFill>
                <a:latin typeface="Trebuchet MS"/>
                <a:cs typeface="Trebuchet MS"/>
              </a:rPr>
              <a:t>/</a:t>
            </a:r>
            <a:r>
              <a:rPr sz="6600" i="1" spc="-9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6600" i="1" spc="-20" dirty="0">
                <a:solidFill>
                  <a:srgbClr val="FFFFFF"/>
                </a:solidFill>
                <a:latin typeface="Trebuchet MS"/>
                <a:cs typeface="Trebuchet MS"/>
              </a:rPr>
              <a:t>auto</a:t>
            </a:r>
            <a:endParaRPr sz="66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2894131" y="7293262"/>
            <a:ext cx="5394325" cy="2994025"/>
          </a:xfrm>
          <a:custGeom>
            <a:avLst/>
            <a:gdLst/>
            <a:ahLst/>
            <a:cxnLst/>
            <a:rect l="l" t="t" r="r" b="b"/>
            <a:pathLst>
              <a:path w="5394325" h="2994025">
                <a:moveTo>
                  <a:pt x="5393869" y="2993737"/>
                </a:moveTo>
                <a:lnTo>
                  <a:pt x="201749" y="2993737"/>
                </a:lnTo>
                <a:lnTo>
                  <a:pt x="177910" y="2976089"/>
                </a:lnTo>
                <a:lnTo>
                  <a:pt x="142279" y="2943819"/>
                </a:lnTo>
                <a:lnTo>
                  <a:pt x="110010" y="2908188"/>
                </a:lnTo>
                <a:lnTo>
                  <a:pt x="81615" y="2869833"/>
                </a:lnTo>
                <a:lnTo>
                  <a:pt x="57227" y="2829072"/>
                </a:lnTo>
                <a:lnTo>
                  <a:pt x="36977" y="2786223"/>
                </a:lnTo>
                <a:lnTo>
                  <a:pt x="20997" y="2741605"/>
                </a:lnTo>
                <a:lnTo>
                  <a:pt x="9420" y="2695537"/>
                </a:lnTo>
                <a:lnTo>
                  <a:pt x="2377" y="2648338"/>
                </a:lnTo>
                <a:lnTo>
                  <a:pt x="0" y="260032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7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79" y="142280"/>
                </a:lnTo>
                <a:lnTo>
                  <a:pt x="177910" y="110011"/>
                </a:lnTo>
                <a:lnTo>
                  <a:pt x="216266" y="81616"/>
                </a:lnTo>
                <a:lnTo>
                  <a:pt x="257027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1" y="2377"/>
                </a:lnTo>
                <a:lnTo>
                  <a:pt x="485774" y="0"/>
                </a:lnTo>
                <a:lnTo>
                  <a:pt x="5393869" y="0"/>
                </a:lnTo>
                <a:lnTo>
                  <a:pt x="5393869" y="2993737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 sz="6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1009</Words>
  <Application>Microsoft Office PowerPoint</Application>
  <PresentationFormat>Custom</PresentationFormat>
  <Paragraphs>207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8" baseType="lpstr">
      <vt:lpstr>Arial</vt:lpstr>
      <vt:lpstr>Consolas</vt:lpstr>
      <vt:lpstr>Lucida Sans Unicode</vt:lpstr>
      <vt:lpstr>Tahoma</vt:lpstr>
      <vt:lpstr>Times New Roman</vt:lpstr>
      <vt:lpstr>Trebuchet MS</vt:lpstr>
      <vt:lpstr>Verdana</vt:lpstr>
      <vt:lpstr>Office Theme</vt:lpstr>
      <vt:lpstr>HTML</vt:lpstr>
      <vt:lpstr>CSS</vt:lpstr>
      <vt:lpstr>Basic Syntax</vt:lpstr>
      <vt:lpstr>Including Style</vt:lpstr>
      <vt:lpstr>Including Style</vt:lpstr>
      <vt:lpstr>Color Property</vt:lpstr>
      <vt:lpstr>Background Color Property</vt:lpstr>
      <vt:lpstr>Color Systems</vt:lpstr>
      <vt:lpstr>Color Systems</vt:lpstr>
      <vt:lpstr>Selectors</vt:lpstr>
      <vt:lpstr>Text Properties</vt:lpstr>
      <vt:lpstr>Text Properties</vt:lpstr>
      <vt:lpstr>Text Properties</vt:lpstr>
      <vt:lpstr>Text Properties font-family</vt:lpstr>
      <vt:lpstr>Units in CSS Absolute</vt:lpstr>
      <vt:lpstr>Text Properties line-height</vt:lpstr>
      <vt:lpstr>Text Properties</vt:lpstr>
      <vt:lpstr>Box Model in CSS</vt:lpstr>
      <vt:lpstr>Height By default, it sets the  content area height of the  element</vt:lpstr>
      <vt:lpstr>Width By default, it sets the content area width of the element </vt:lpstr>
      <vt:lpstr>Border Used to set an element's border</vt:lpstr>
      <vt:lpstr>Border Shorthand</vt:lpstr>
      <vt:lpstr>Border Used to round the corners of an element's outer border edge</vt:lpstr>
      <vt:lpstr>Padding</vt:lpstr>
      <vt:lpstr>Padding Shorthand</vt:lpstr>
      <vt:lpstr>Margin</vt:lpstr>
      <vt:lpstr>Margin Shorthand</vt:lpstr>
      <vt:lpstr>Display Property</vt:lpstr>
      <vt:lpstr>Visibility</vt:lpstr>
      <vt:lpstr>Alpha Channel opacity (0 to 1)</vt:lpstr>
      <vt:lpstr>Units in CSS Relative</vt:lpstr>
      <vt:lpstr>Percentage (%)</vt:lpstr>
      <vt:lpstr>Em</vt:lpstr>
      <vt:lpstr>Rem (Root Em)</vt:lpstr>
      <vt:lpstr>Others</vt:lpstr>
      <vt:lpstr>Position</vt:lpstr>
      <vt:lpstr>Position</vt:lpstr>
      <vt:lpstr>z-index</vt:lpstr>
      <vt:lpstr>Background Image</vt:lpstr>
      <vt:lpstr>Background Size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CSS Notes</dc:title>
  <dc:creator>Rahul Neha</dc:creator>
  <cp:keywords>DAFk338rPhk,BAEHDsZUYOI</cp:keywords>
  <cp:lastModifiedBy>krishan murari</cp:lastModifiedBy>
  <cp:revision>1</cp:revision>
  <dcterms:created xsi:type="dcterms:W3CDTF">2024-02-07T16:50:49Z</dcterms:created>
  <dcterms:modified xsi:type="dcterms:W3CDTF">2024-02-20T01:07:50Z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2023-06-04T00:00:00Z</vt:filetime>
  </property>
  <property fmtid="{D5CDD505-2E9C-101B-9397-08002B2CF9AE}" pid="3" name="Creator">
    <vt:lpwstr>Canva</vt:lpwstr>
  </property>
  <property fmtid="{D5CDD505-2E9C-101B-9397-08002B2CF9AE}" pid="4" name="LastSaved">
    <vt:filetime>2024-02-07T00:00:00Z</vt:filetime>
  </property>
  <property fmtid="{D5CDD505-2E9C-101B-9397-08002B2CF9AE}" pid="5" name="Producer">
    <vt:lpwstr>Canva</vt:lpwstr>
  </property>
</Properties>
</file>